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331" r:id="rId3"/>
    <p:sldId id="334" r:id="rId4"/>
    <p:sldId id="332" r:id="rId5"/>
    <p:sldId id="261" r:id="rId6"/>
    <p:sldId id="349" r:id="rId7"/>
    <p:sldId id="336" r:id="rId8"/>
    <p:sldId id="344" r:id="rId9"/>
    <p:sldId id="350" r:id="rId10"/>
    <p:sldId id="351" r:id="rId11"/>
    <p:sldId id="345" r:id="rId12"/>
    <p:sldId id="346" r:id="rId13"/>
    <p:sldId id="347" r:id="rId14"/>
    <p:sldId id="348" r:id="rId15"/>
    <p:sldId id="343" r:id="rId16"/>
    <p:sldId id="337" r:id="rId17"/>
    <p:sldId id="339" r:id="rId18"/>
    <p:sldId id="340" r:id="rId19"/>
    <p:sldId id="338" r:id="rId20"/>
    <p:sldId id="341" r:id="rId21"/>
  </p:sldIdLst>
  <p:sldSz cx="9906000" cy="6858000" type="A4"/>
  <p:notesSz cx="9906000" cy="6858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720" userDrawn="1">
          <p15:clr>
            <a:srgbClr val="A4A3A4"/>
          </p15:clr>
        </p15:guide>
        <p15:guide id="2" pos="288" userDrawn="1">
          <p15:clr>
            <a:srgbClr val="A4A3A4"/>
          </p15:clr>
        </p15:guide>
        <p15:guide id="3" orient="horz" pos="254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D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977702-672C-4500-8942-891CD0803298}" v="61" dt="2025-12-18T19:24:57.322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806"/>
    <p:restoredTop sz="94658"/>
  </p:normalViewPr>
  <p:slideViewPr>
    <p:cSldViewPr>
      <p:cViewPr>
        <p:scale>
          <a:sx n="75" d="100"/>
          <a:sy n="75" d="100"/>
        </p:scale>
        <p:origin x="43" y="43"/>
      </p:cViewPr>
      <p:guideLst>
        <p:guide orient="horz" pos="720"/>
        <p:guide pos="288"/>
        <p:guide orient="horz" pos="254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인혁 송" userId="1024a7ac2d3af02a" providerId="LiveId" clId="{990AF860-6ECE-4B2E-85D1-86740303B8BE}"/>
    <pc:docChg chg="undo redo custSel addSld delSld modSld">
      <pc:chgData name="인혁 송" userId="1024a7ac2d3af02a" providerId="LiveId" clId="{990AF860-6ECE-4B2E-85D1-86740303B8BE}" dt="2025-12-18T19:50:19.733" v="8387" actId="207"/>
      <pc:docMkLst>
        <pc:docMk/>
      </pc:docMkLst>
      <pc:sldChg chg="modSp mod">
        <pc:chgData name="인혁 송" userId="1024a7ac2d3af02a" providerId="LiveId" clId="{990AF860-6ECE-4B2E-85D1-86740303B8BE}" dt="2025-12-18T09:59:12.110" v="250" actId="207"/>
        <pc:sldMkLst>
          <pc:docMk/>
          <pc:sldMk cId="0" sldId="256"/>
        </pc:sldMkLst>
        <pc:spChg chg="mod">
          <ac:chgData name="인혁 송" userId="1024a7ac2d3af02a" providerId="LiveId" clId="{990AF860-6ECE-4B2E-85D1-86740303B8BE}" dt="2025-12-18T09:58:42.762" v="218" actId="255"/>
          <ac:spMkLst>
            <pc:docMk/>
            <pc:sldMk cId="0" sldId="256"/>
            <ac:spMk id="3" creationId="{00000000-0000-0000-0000-000000000000}"/>
          </ac:spMkLst>
        </pc:spChg>
        <pc:spChg chg="mod">
          <ac:chgData name="인혁 송" userId="1024a7ac2d3af02a" providerId="LiveId" clId="{990AF860-6ECE-4B2E-85D1-86740303B8BE}" dt="2025-12-18T09:59:12.110" v="250" actId="207"/>
          <ac:spMkLst>
            <pc:docMk/>
            <pc:sldMk cId="0" sldId="256"/>
            <ac:spMk id="4" creationId="{00000000-0000-0000-0000-000000000000}"/>
          </ac:spMkLst>
        </pc:spChg>
      </pc:sldChg>
      <pc:sldChg chg="modSp mod">
        <pc:chgData name="인혁 송" userId="1024a7ac2d3af02a" providerId="LiveId" clId="{990AF860-6ECE-4B2E-85D1-86740303B8BE}" dt="2025-12-18T10:37:19.582" v="4020" actId="14100"/>
        <pc:sldMkLst>
          <pc:docMk/>
          <pc:sldMk cId="0" sldId="261"/>
        </pc:sldMkLst>
        <pc:spChg chg="mod">
          <ac:chgData name="인혁 송" userId="1024a7ac2d3af02a" providerId="LiveId" clId="{990AF860-6ECE-4B2E-85D1-86740303B8BE}" dt="2025-12-18T10:37:19.582" v="4020" actId="14100"/>
          <ac:spMkLst>
            <pc:docMk/>
            <pc:sldMk cId="0" sldId="261"/>
            <ac:spMk id="4" creationId="{00000000-0000-0000-0000-000000000000}"/>
          </ac:spMkLst>
        </pc:spChg>
      </pc:sldChg>
      <pc:sldChg chg="addSp delSp modSp mod">
        <pc:chgData name="인혁 송" userId="1024a7ac2d3af02a" providerId="LiveId" clId="{990AF860-6ECE-4B2E-85D1-86740303B8BE}" dt="2025-12-18T10:11:15.821" v="518" actId="1076"/>
        <pc:sldMkLst>
          <pc:docMk/>
          <pc:sldMk cId="1550194631" sldId="332"/>
        </pc:sldMkLst>
        <pc:spChg chg="mod">
          <ac:chgData name="인혁 송" userId="1024a7ac2d3af02a" providerId="LiveId" clId="{990AF860-6ECE-4B2E-85D1-86740303B8BE}" dt="2025-12-18T10:01:18.440" v="276" actId="20577"/>
          <ac:spMkLst>
            <pc:docMk/>
            <pc:sldMk cId="1550194631" sldId="332"/>
            <ac:spMk id="3" creationId="{00000000-0000-0000-0000-000000000000}"/>
          </ac:spMkLst>
        </pc:spChg>
        <pc:spChg chg="add del mod">
          <ac:chgData name="인혁 송" userId="1024a7ac2d3af02a" providerId="LiveId" clId="{990AF860-6ECE-4B2E-85D1-86740303B8BE}" dt="2025-12-18T10:06:31.702" v="333" actId="478"/>
          <ac:spMkLst>
            <pc:docMk/>
            <pc:sldMk cId="1550194631" sldId="332"/>
            <ac:spMk id="13" creationId="{0A3393FA-4C5A-C6E5-4401-B08564C0DBF4}"/>
          </ac:spMkLst>
        </pc:spChg>
        <pc:spChg chg="add del mod">
          <ac:chgData name="인혁 송" userId="1024a7ac2d3af02a" providerId="LiveId" clId="{990AF860-6ECE-4B2E-85D1-86740303B8BE}" dt="2025-12-18T10:06:31.702" v="333" actId="478"/>
          <ac:spMkLst>
            <pc:docMk/>
            <pc:sldMk cId="1550194631" sldId="332"/>
            <ac:spMk id="14" creationId="{3803AA3C-D08D-0A87-DA1A-0EB08033D8B7}"/>
          </ac:spMkLst>
        </pc:spChg>
        <pc:spChg chg="mod">
          <ac:chgData name="인혁 송" userId="1024a7ac2d3af02a" providerId="LiveId" clId="{990AF860-6ECE-4B2E-85D1-86740303B8BE}" dt="2025-12-18T10:06:19.124" v="331" actId="1076"/>
          <ac:spMkLst>
            <pc:docMk/>
            <pc:sldMk cId="1550194631" sldId="332"/>
            <ac:spMk id="19" creationId="{B692E289-E0B5-EAE3-9D1B-CDBDB0A7DFDF}"/>
          </ac:spMkLst>
        </pc:spChg>
        <pc:spChg chg="mod">
          <ac:chgData name="인혁 송" userId="1024a7ac2d3af02a" providerId="LiveId" clId="{990AF860-6ECE-4B2E-85D1-86740303B8BE}" dt="2025-12-18T10:06:19.124" v="331" actId="1076"/>
          <ac:spMkLst>
            <pc:docMk/>
            <pc:sldMk cId="1550194631" sldId="332"/>
            <ac:spMk id="24" creationId="{43E3AD6F-2BEC-050F-6ABD-67996DB94D9B}"/>
          </ac:spMkLst>
        </pc:spChg>
        <pc:spChg chg="mod">
          <ac:chgData name="인혁 송" userId="1024a7ac2d3af02a" providerId="LiveId" clId="{990AF860-6ECE-4B2E-85D1-86740303B8BE}" dt="2025-12-18T10:06:19.124" v="331" actId="1076"/>
          <ac:spMkLst>
            <pc:docMk/>
            <pc:sldMk cId="1550194631" sldId="332"/>
            <ac:spMk id="25" creationId="{60186F94-C34A-B6E9-3EE6-4D66A3B4FDC6}"/>
          </ac:spMkLst>
        </pc:spChg>
        <pc:spChg chg="mod">
          <ac:chgData name="인혁 송" userId="1024a7ac2d3af02a" providerId="LiveId" clId="{990AF860-6ECE-4B2E-85D1-86740303B8BE}" dt="2025-12-18T10:06:19.124" v="331" actId="1076"/>
          <ac:spMkLst>
            <pc:docMk/>
            <pc:sldMk cId="1550194631" sldId="332"/>
            <ac:spMk id="35" creationId="{6254C7AC-6818-E540-E402-89B1617ED852}"/>
          </ac:spMkLst>
        </pc:spChg>
        <pc:spChg chg="mod">
          <ac:chgData name="인혁 송" userId="1024a7ac2d3af02a" providerId="LiveId" clId="{990AF860-6ECE-4B2E-85D1-86740303B8BE}" dt="2025-12-18T10:06:19.124" v="331" actId="1076"/>
          <ac:spMkLst>
            <pc:docMk/>
            <pc:sldMk cId="1550194631" sldId="332"/>
            <ac:spMk id="36" creationId="{42AE3B60-BC96-6ABB-6C4A-5C973F50649C}"/>
          </ac:spMkLst>
        </pc:spChg>
        <pc:spChg chg="mod">
          <ac:chgData name="인혁 송" userId="1024a7ac2d3af02a" providerId="LiveId" clId="{990AF860-6ECE-4B2E-85D1-86740303B8BE}" dt="2025-12-18T10:06:19.124" v="331" actId="1076"/>
          <ac:spMkLst>
            <pc:docMk/>
            <pc:sldMk cId="1550194631" sldId="332"/>
            <ac:spMk id="37" creationId="{611206EA-D141-C3C0-2DFF-A03FD7DA0CF1}"/>
          </ac:spMkLst>
        </pc:spChg>
        <pc:spChg chg="mod">
          <ac:chgData name="인혁 송" userId="1024a7ac2d3af02a" providerId="LiveId" clId="{990AF860-6ECE-4B2E-85D1-86740303B8BE}" dt="2025-12-18T10:06:47.738" v="336" actId="1076"/>
          <ac:spMkLst>
            <pc:docMk/>
            <pc:sldMk cId="1550194631" sldId="332"/>
            <ac:spMk id="39" creationId="{DF3C3EBE-3F71-2BF4-18BE-D4502915FCFA}"/>
          </ac:spMkLst>
        </pc:spChg>
        <pc:spChg chg="mod">
          <ac:chgData name="인혁 송" userId="1024a7ac2d3af02a" providerId="LiveId" clId="{990AF860-6ECE-4B2E-85D1-86740303B8BE}" dt="2025-12-18T10:04:23.885" v="296" actId="1076"/>
          <ac:spMkLst>
            <pc:docMk/>
            <pc:sldMk cId="1550194631" sldId="332"/>
            <ac:spMk id="55" creationId="{3FA01F47-3330-C635-0239-9C3660364D09}"/>
          </ac:spMkLst>
        </pc:spChg>
        <pc:spChg chg="mod">
          <ac:chgData name="인혁 송" userId="1024a7ac2d3af02a" providerId="LiveId" clId="{990AF860-6ECE-4B2E-85D1-86740303B8BE}" dt="2025-12-18T10:06:19.124" v="331" actId="1076"/>
          <ac:spMkLst>
            <pc:docMk/>
            <pc:sldMk cId="1550194631" sldId="332"/>
            <ac:spMk id="56" creationId="{E027E028-B68C-DDC5-6C75-D317B32B0A67}"/>
          </ac:spMkLst>
        </pc:spChg>
        <pc:spChg chg="add mod">
          <ac:chgData name="인혁 송" userId="1024a7ac2d3af02a" providerId="LiveId" clId="{990AF860-6ECE-4B2E-85D1-86740303B8BE}" dt="2025-12-18T10:06:19.124" v="331" actId="1076"/>
          <ac:spMkLst>
            <pc:docMk/>
            <pc:sldMk cId="1550194631" sldId="332"/>
            <ac:spMk id="59" creationId="{E7D1FD0A-3058-2EA7-0D0D-DCB3CE06A9A7}"/>
          </ac:spMkLst>
        </pc:spChg>
        <pc:spChg chg="add">
          <ac:chgData name="인혁 송" userId="1024a7ac2d3af02a" providerId="LiveId" clId="{990AF860-6ECE-4B2E-85D1-86740303B8BE}" dt="2025-12-18T10:07:10.651" v="339" actId="11529"/>
          <ac:spMkLst>
            <pc:docMk/>
            <pc:sldMk cId="1550194631" sldId="332"/>
            <ac:spMk id="62" creationId="{2FC012A2-57D4-86B2-FE9E-879484B9B428}"/>
          </ac:spMkLst>
        </pc:spChg>
        <pc:spChg chg="add mod">
          <ac:chgData name="인혁 송" userId="1024a7ac2d3af02a" providerId="LiveId" clId="{990AF860-6ECE-4B2E-85D1-86740303B8BE}" dt="2025-12-18T10:07:46.057" v="355" actId="1076"/>
          <ac:spMkLst>
            <pc:docMk/>
            <pc:sldMk cId="1550194631" sldId="332"/>
            <ac:spMk id="64" creationId="{D16CEB2E-D9FE-A6CC-F5F0-76E00871DE85}"/>
          </ac:spMkLst>
        </pc:spChg>
        <pc:spChg chg="mod">
          <ac:chgData name="인혁 송" userId="1024a7ac2d3af02a" providerId="LiveId" clId="{990AF860-6ECE-4B2E-85D1-86740303B8BE}" dt="2025-12-18T10:06:19.124" v="331" actId="1076"/>
          <ac:spMkLst>
            <pc:docMk/>
            <pc:sldMk cId="1550194631" sldId="332"/>
            <ac:spMk id="66" creationId="{A2A46386-DA7C-81F2-1F2E-3C2FFD0D31EB}"/>
          </ac:spMkLst>
        </pc:spChg>
        <pc:spChg chg="add mod">
          <ac:chgData name="인혁 송" userId="1024a7ac2d3af02a" providerId="LiveId" clId="{990AF860-6ECE-4B2E-85D1-86740303B8BE}" dt="2025-12-18T10:11:06.324" v="517" actId="208"/>
          <ac:spMkLst>
            <pc:docMk/>
            <pc:sldMk cId="1550194631" sldId="332"/>
            <ac:spMk id="67" creationId="{12FB738B-CF6B-AB1B-B438-16FFBEAF12D8}"/>
          </ac:spMkLst>
        </pc:spChg>
        <pc:spChg chg="add mod">
          <ac:chgData name="인혁 송" userId="1024a7ac2d3af02a" providerId="LiveId" clId="{990AF860-6ECE-4B2E-85D1-86740303B8BE}" dt="2025-12-18T10:10:37.156" v="515" actId="208"/>
          <ac:spMkLst>
            <pc:docMk/>
            <pc:sldMk cId="1550194631" sldId="332"/>
            <ac:spMk id="68" creationId="{FDCD99DD-97B6-A998-E7AF-76246A4903D0}"/>
          </ac:spMkLst>
        </pc:spChg>
        <pc:picChg chg="mod">
          <ac:chgData name="인혁 송" userId="1024a7ac2d3af02a" providerId="LiveId" clId="{990AF860-6ECE-4B2E-85D1-86740303B8BE}" dt="2025-12-18T10:04:00.284" v="294" actId="14100"/>
          <ac:picMkLst>
            <pc:docMk/>
            <pc:sldMk cId="1550194631" sldId="332"/>
            <ac:picMk id="6" creationId="{30307A8A-A117-F084-4D3B-B664B3E9CE16}"/>
          </ac:picMkLst>
        </pc:picChg>
        <pc:picChg chg="mod">
          <ac:chgData name="인혁 송" userId="1024a7ac2d3af02a" providerId="LiveId" clId="{990AF860-6ECE-4B2E-85D1-86740303B8BE}" dt="2025-12-18T10:06:43.568" v="335" actId="1076"/>
          <ac:picMkLst>
            <pc:docMk/>
            <pc:sldMk cId="1550194631" sldId="332"/>
            <ac:picMk id="8" creationId="{79658644-18C5-09E3-5A99-583969EAF291}"/>
          </ac:picMkLst>
        </pc:picChg>
        <pc:picChg chg="mod">
          <ac:chgData name="인혁 송" userId="1024a7ac2d3af02a" providerId="LiveId" clId="{990AF860-6ECE-4B2E-85D1-86740303B8BE}" dt="2025-12-18T10:06:43.568" v="335" actId="1076"/>
          <ac:picMkLst>
            <pc:docMk/>
            <pc:sldMk cId="1550194631" sldId="332"/>
            <ac:picMk id="10" creationId="{61838BDA-9BCA-D027-CC4E-8EEB92208651}"/>
          </ac:picMkLst>
        </pc:picChg>
        <pc:picChg chg="mod">
          <ac:chgData name="인혁 송" userId="1024a7ac2d3af02a" providerId="LiveId" clId="{990AF860-6ECE-4B2E-85D1-86740303B8BE}" dt="2025-12-18T10:04:00.284" v="294" actId="14100"/>
          <ac:picMkLst>
            <pc:docMk/>
            <pc:sldMk cId="1550194631" sldId="332"/>
            <ac:picMk id="16" creationId="{A424E271-6665-5F41-7DAD-DE491889775C}"/>
          </ac:picMkLst>
        </pc:picChg>
        <pc:picChg chg="mod">
          <ac:chgData name="인혁 송" userId="1024a7ac2d3af02a" providerId="LiveId" clId="{990AF860-6ECE-4B2E-85D1-86740303B8BE}" dt="2025-12-18T10:04:00.284" v="294" actId="14100"/>
          <ac:picMkLst>
            <pc:docMk/>
            <pc:sldMk cId="1550194631" sldId="332"/>
            <ac:picMk id="17" creationId="{9C825158-FCC8-6ED3-0E4D-AA17A3C34D60}"/>
          </ac:picMkLst>
        </pc:picChg>
        <pc:picChg chg="mod">
          <ac:chgData name="인혁 송" userId="1024a7ac2d3af02a" providerId="LiveId" clId="{990AF860-6ECE-4B2E-85D1-86740303B8BE}" dt="2025-12-18T10:04:00.284" v="294" actId="14100"/>
          <ac:picMkLst>
            <pc:docMk/>
            <pc:sldMk cId="1550194631" sldId="332"/>
            <ac:picMk id="18" creationId="{7827456F-4861-74AE-96C0-B533B83ABB09}"/>
          </ac:picMkLst>
        </pc:picChg>
        <pc:picChg chg="mod">
          <ac:chgData name="인혁 송" userId="1024a7ac2d3af02a" providerId="LiveId" clId="{990AF860-6ECE-4B2E-85D1-86740303B8BE}" dt="2025-12-18T10:04:00.284" v="294" actId="14100"/>
          <ac:picMkLst>
            <pc:docMk/>
            <pc:sldMk cId="1550194631" sldId="332"/>
            <ac:picMk id="21" creationId="{AE4E6DFE-0A9A-FA71-DD2D-D6F77FEC0198}"/>
          </ac:picMkLst>
        </pc:picChg>
        <pc:picChg chg="mod">
          <ac:chgData name="인혁 송" userId="1024a7ac2d3af02a" providerId="LiveId" clId="{990AF860-6ECE-4B2E-85D1-86740303B8BE}" dt="2025-12-18T10:05:08.320" v="306" actId="1076"/>
          <ac:picMkLst>
            <pc:docMk/>
            <pc:sldMk cId="1550194631" sldId="332"/>
            <ac:picMk id="22" creationId="{0F63D4D9-953B-2D1F-BFAF-1B1E31D2E3D8}"/>
          </ac:picMkLst>
        </pc:picChg>
        <pc:picChg chg="mod">
          <ac:chgData name="인혁 송" userId="1024a7ac2d3af02a" providerId="LiveId" clId="{990AF860-6ECE-4B2E-85D1-86740303B8BE}" dt="2025-12-18T10:04:00.284" v="294" actId="14100"/>
          <ac:picMkLst>
            <pc:docMk/>
            <pc:sldMk cId="1550194631" sldId="332"/>
            <ac:picMk id="23" creationId="{45C8DEC8-D18A-68DD-CD36-BF39CE9D8FC9}"/>
          </ac:picMkLst>
        </pc:picChg>
        <pc:picChg chg="mod">
          <ac:chgData name="인혁 송" userId="1024a7ac2d3af02a" providerId="LiveId" clId="{990AF860-6ECE-4B2E-85D1-86740303B8BE}" dt="2025-12-18T10:05:33.500" v="310" actId="1076"/>
          <ac:picMkLst>
            <pc:docMk/>
            <pc:sldMk cId="1550194631" sldId="332"/>
            <ac:picMk id="26" creationId="{962EA651-522D-9C86-C725-0861A92F5C5D}"/>
          </ac:picMkLst>
        </pc:picChg>
        <pc:picChg chg="del">
          <ac:chgData name="인혁 송" userId="1024a7ac2d3af02a" providerId="LiveId" clId="{990AF860-6ECE-4B2E-85D1-86740303B8BE}" dt="2025-12-18T10:06:49.572" v="337" actId="478"/>
          <ac:picMkLst>
            <pc:docMk/>
            <pc:sldMk cId="1550194631" sldId="332"/>
            <ac:picMk id="27" creationId="{3D4EF574-AFE5-2436-6726-206CFC668EB9}"/>
          </ac:picMkLst>
        </pc:picChg>
        <pc:picChg chg="mod">
          <ac:chgData name="인혁 송" userId="1024a7ac2d3af02a" providerId="LiveId" clId="{990AF860-6ECE-4B2E-85D1-86740303B8BE}" dt="2025-12-18T10:06:43.568" v="335" actId="1076"/>
          <ac:picMkLst>
            <pc:docMk/>
            <pc:sldMk cId="1550194631" sldId="332"/>
            <ac:picMk id="47" creationId="{91AC4C0C-D37A-9B30-37F3-932EFFED370A}"/>
          </ac:picMkLst>
        </pc:picChg>
        <pc:picChg chg="mod">
          <ac:chgData name="인혁 송" userId="1024a7ac2d3af02a" providerId="LiveId" clId="{990AF860-6ECE-4B2E-85D1-86740303B8BE}" dt="2025-12-18T10:06:43.568" v="335" actId="1076"/>
          <ac:picMkLst>
            <pc:docMk/>
            <pc:sldMk cId="1550194631" sldId="332"/>
            <ac:picMk id="48" creationId="{DAB7DE51-8636-F122-B35E-DF97F1590EE9}"/>
          </ac:picMkLst>
        </pc:picChg>
        <pc:picChg chg="mod">
          <ac:chgData name="인혁 송" userId="1024a7ac2d3af02a" providerId="LiveId" clId="{990AF860-6ECE-4B2E-85D1-86740303B8BE}" dt="2025-12-18T10:06:43.568" v="335" actId="1076"/>
          <ac:picMkLst>
            <pc:docMk/>
            <pc:sldMk cId="1550194631" sldId="332"/>
            <ac:picMk id="49" creationId="{D3796987-A85F-E381-8EB8-DE0569E371B0}"/>
          </ac:picMkLst>
        </pc:picChg>
        <pc:picChg chg="mod">
          <ac:chgData name="인혁 송" userId="1024a7ac2d3af02a" providerId="LiveId" clId="{990AF860-6ECE-4B2E-85D1-86740303B8BE}" dt="2025-12-18T10:06:43.568" v="335" actId="1076"/>
          <ac:picMkLst>
            <pc:docMk/>
            <pc:sldMk cId="1550194631" sldId="332"/>
            <ac:picMk id="50" creationId="{036151BF-7ED6-0715-36B9-4A83291C8710}"/>
          </ac:picMkLst>
        </pc:picChg>
        <pc:picChg chg="mod">
          <ac:chgData name="인혁 송" userId="1024a7ac2d3af02a" providerId="LiveId" clId="{990AF860-6ECE-4B2E-85D1-86740303B8BE}" dt="2025-12-18T10:11:15.821" v="518" actId="1076"/>
          <ac:picMkLst>
            <pc:docMk/>
            <pc:sldMk cId="1550194631" sldId="332"/>
            <ac:picMk id="51" creationId="{3008D9B9-9672-F9F7-B1C9-CE4987F78CE9}"/>
          </ac:picMkLst>
        </pc:picChg>
        <pc:picChg chg="add mod">
          <ac:chgData name="인혁 송" userId="1024a7ac2d3af02a" providerId="LiveId" clId="{990AF860-6ECE-4B2E-85D1-86740303B8BE}" dt="2025-12-18T10:07:46.057" v="355" actId="1076"/>
          <ac:picMkLst>
            <pc:docMk/>
            <pc:sldMk cId="1550194631" sldId="332"/>
            <ac:picMk id="63" creationId="{2728A50F-BF48-327F-8BD1-38F9C985B540}"/>
          </ac:picMkLst>
        </pc:picChg>
        <pc:picChg chg="add del mod">
          <ac:chgData name="인혁 송" userId="1024a7ac2d3af02a" providerId="LiveId" clId="{990AF860-6ECE-4B2E-85D1-86740303B8BE}" dt="2025-12-18T10:07:14.598" v="340" actId="21"/>
          <ac:picMkLst>
            <pc:docMk/>
            <pc:sldMk cId="1550194631" sldId="332"/>
            <ac:picMk id="1026" creationId="{2728A50F-BF48-327F-8BD1-38F9C985B540}"/>
          </ac:picMkLst>
        </pc:picChg>
        <pc:cxnChg chg="mod">
          <ac:chgData name="인혁 송" userId="1024a7ac2d3af02a" providerId="LiveId" clId="{990AF860-6ECE-4B2E-85D1-86740303B8BE}" dt="2025-12-18T10:04:00.284" v="294" actId="14100"/>
          <ac:cxnSpMkLst>
            <pc:docMk/>
            <pc:sldMk cId="1550194631" sldId="332"/>
            <ac:cxnSpMk id="29" creationId="{99ADB011-F4B9-BB74-494C-4666C7E714D8}"/>
          </ac:cxnSpMkLst>
        </pc:cxnChg>
        <pc:cxnChg chg="mod">
          <ac:chgData name="인혁 송" userId="1024a7ac2d3af02a" providerId="LiveId" clId="{990AF860-6ECE-4B2E-85D1-86740303B8BE}" dt="2025-12-18T10:04:00.284" v="294" actId="14100"/>
          <ac:cxnSpMkLst>
            <pc:docMk/>
            <pc:sldMk cId="1550194631" sldId="332"/>
            <ac:cxnSpMk id="34" creationId="{9D1B64E9-B351-4B43-551D-F8B8F5CB930C}"/>
          </ac:cxnSpMkLst>
        </pc:cxnChg>
        <pc:cxnChg chg="mod">
          <ac:chgData name="인혁 송" userId="1024a7ac2d3af02a" providerId="LiveId" clId="{990AF860-6ECE-4B2E-85D1-86740303B8BE}" dt="2025-12-18T10:05:27.072" v="309" actId="14100"/>
          <ac:cxnSpMkLst>
            <pc:docMk/>
            <pc:sldMk cId="1550194631" sldId="332"/>
            <ac:cxnSpMk id="42" creationId="{B9B71CDA-9F6E-482A-5587-BB85509175DE}"/>
          </ac:cxnSpMkLst>
        </pc:cxnChg>
        <pc:cxnChg chg="mod">
          <ac:chgData name="인혁 송" userId="1024a7ac2d3af02a" providerId="LiveId" clId="{990AF860-6ECE-4B2E-85D1-86740303B8BE}" dt="2025-12-18T10:06:43.568" v="335" actId="1076"/>
          <ac:cxnSpMkLst>
            <pc:docMk/>
            <pc:sldMk cId="1550194631" sldId="332"/>
            <ac:cxnSpMk id="52" creationId="{ABCD8ECB-282A-6335-0B2A-8E0A1E5F558C}"/>
          </ac:cxnSpMkLst>
        </pc:cxnChg>
      </pc:sldChg>
      <pc:sldChg chg="modSp mod">
        <pc:chgData name="인혁 송" userId="1024a7ac2d3af02a" providerId="LiveId" clId="{990AF860-6ECE-4B2E-85D1-86740303B8BE}" dt="2025-12-18T10:00:56.874" v="251" actId="20577"/>
        <pc:sldMkLst>
          <pc:docMk/>
          <pc:sldMk cId="3822131417" sldId="334"/>
        </pc:sldMkLst>
        <pc:spChg chg="mod">
          <ac:chgData name="인혁 송" userId="1024a7ac2d3af02a" providerId="LiveId" clId="{990AF860-6ECE-4B2E-85D1-86740303B8BE}" dt="2025-12-18T10:00:56.874" v="251" actId="20577"/>
          <ac:spMkLst>
            <pc:docMk/>
            <pc:sldMk cId="3822131417" sldId="334"/>
            <ac:spMk id="4" creationId="{00000000-0000-0000-0000-000000000000}"/>
          </ac:spMkLst>
        </pc:spChg>
      </pc:sldChg>
      <pc:sldChg chg="del">
        <pc:chgData name="인혁 송" userId="1024a7ac2d3af02a" providerId="LiveId" clId="{990AF860-6ECE-4B2E-85D1-86740303B8BE}" dt="2025-12-18T10:34:51.246" v="3157" actId="47"/>
        <pc:sldMkLst>
          <pc:docMk/>
          <pc:sldMk cId="1800516627" sldId="335"/>
        </pc:sldMkLst>
      </pc:sldChg>
      <pc:sldChg chg="modSp mod">
        <pc:chgData name="인혁 송" userId="1024a7ac2d3af02a" providerId="LiveId" clId="{990AF860-6ECE-4B2E-85D1-86740303B8BE}" dt="2025-12-18T19:50:19.733" v="8387" actId="207"/>
        <pc:sldMkLst>
          <pc:docMk/>
          <pc:sldMk cId="1530985608" sldId="336"/>
        </pc:sldMkLst>
        <pc:graphicFrameChg chg="mod modGraphic">
          <ac:chgData name="인혁 송" userId="1024a7ac2d3af02a" providerId="LiveId" clId="{990AF860-6ECE-4B2E-85D1-86740303B8BE}" dt="2025-12-18T19:50:19.733" v="8387" actId="207"/>
          <ac:graphicFrameMkLst>
            <pc:docMk/>
            <pc:sldMk cId="1530985608" sldId="336"/>
            <ac:graphicFrameMk id="5" creationId="{138D92DE-3313-341A-7253-A23793A03C32}"/>
          </ac:graphicFrameMkLst>
        </pc:graphicFrameChg>
      </pc:sldChg>
      <pc:sldChg chg="addSp delSp modSp mod">
        <pc:chgData name="인혁 송" userId="1024a7ac2d3af02a" providerId="LiveId" clId="{990AF860-6ECE-4B2E-85D1-86740303B8BE}" dt="2025-12-18T19:11:50.899" v="7780" actId="1076"/>
        <pc:sldMkLst>
          <pc:docMk/>
          <pc:sldMk cId="3209253724" sldId="344"/>
        </pc:sldMkLst>
        <pc:spChg chg="mod">
          <ac:chgData name="인혁 송" userId="1024a7ac2d3af02a" providerId="LiveId" clId="{990AF860-6ECE-4B2E-85D1-86740303B8BE}" dt="2025-12-18T19:05:16.338" v="7583" actId="20577"/>
          <ac:spMkLst>
            <pc:docMk/>
            <pc:sldMk cId="3209253724" sldId="344"/>
            <ac:spMk id="3" creationId="{CBC2D131-20C9-3743-0C3C-F48B12A4E9E8}"/>
          </ac:spMkLst>
        </pc:spChg>
        <pc:spChg chg="mod">
          <ac:chgData name="인혁 송" userId="1024a7ac2d3af02a" providerId="LiveId" clId="{990AF860-6ECE-4B2E-85D1-86740303B8BE}" dt="2025-12-18T17:04:11.968" v="5941" actId="20577"/>
          <ac:spMkLst>
            <pc:docMk/>
            <pc:sldMk cId="3209253724" sldId="344"/>
            <ac:spMk id="4" creationId="{8DAA10C6-B376-C92B-2E3F-39E2C58C9A97}"/>
          </ac:spMkLst>
        </pc:spChg>
        <pc:spChg chg="del mod">
          <ac:chgData name="인혁 송" userId="1024a7ac2d3af02a" providerId="LiveId" clId="{990AF860-6ECE-4B2E-85D1-86740303B8BE}" dt="2025-12-18T19:06:33.973" v="7587" actId="478"/>
          <ac:spMkLst>
            <pc:docMk/>
            <pc:sldMk cId="3209253724" sldId="344"/>
            <ac:spMk id="5" creationId="{2436FCE2-7D0B-C826-592C-819072951881}"/>
          </ac:spMkLst>
        </pc:spChg>
        <pc:spChg chg="del mod">
          <ac:chgData name="인혁 송" userId="1024a7ac2d3af02a" providerId="LiveId" clId="{990AF860-6ECE-4B2E-85D1-86740303B8BE}" dt="2025-12-18T19:06:34.828" v="7588" actId="478"/>
          <ac:spMkLst>
            <pc:docMk/>
            <pc:sldMk cId="3209253724" sldId="344"/>
            <ac:spMk id="6" creationId="{ACCB36D9-586F-F52E-70DB-55ACD54B7FC6}"/>
          </ac:spMkLst>
        </pc:spChg>
        <pc:spChg chg="add del mod">
          <ac:chgData name="인혁 송" userId="1024a7ac2d3af02a" providerId="LiveId" clId="{990AF860-6ECE-4B2E-85D1-86740303B8BE}" dt="2025-12-18T19:06:35.621" v="7589" actId="478"/>
          <ac:spMkLst>
            <pc:docMk/>
            <pc:sldMk cId="3209253724" sldId="344"/>
            <ac:spMk id="9" creationId="{F3AC42C8-5C53-A4A5-8170-82772D724789}"/>
          </ac:spMkLst>
        </pc:spChg>
        <pc:spChg chg="add del mod">
          <ac:chgData name="인혁 송" userId="1024a7ac2d3af02a" providerId="LiveId" clId="{990AF860-6ECE-4B2E-85D1-86740303B8BE}" dt="2025-12-18T19:06:38.757" v="7593" actId="478"/>
          <ac:spMkLst>
            <pc:docMk/>
            <pc:sldMk cId="3209253724" sldId="344"/>
            <ac:spMk id="12" creationId="{7CB03AC9-3F3A-D165-9B91-323672FD6B3E}"/>
          </ac:spMkLst>
        </pc:spChg>
        <pc:spChg chg="add del mod">
          <ac:chgData name="인혁 송" userId="1024a7ac2d3af02a" providerId="LiveId" clId="{990AF860-6ECE-4B2E-85D1-86740303B8BE}" dt="2025-12-18T19:06:40.178" v="7594" actId="478"/>
          <ac:spMkLst>
            <pc:docMk/>
            <pc:sldMk cId="3209253724" sldId="344"/>
            <ac:spMk id="15" creationId="{793587FA-EDA7-D30F-C767-9D53E109CB9F}"/>
          </ac:spMkLst>
        </pc:spChg>
        <pc:picChg chg="add del mod">
          <ac:chgData name="인혁 송" userId="1024a7ac2d3af02a" providerId="LiveId" clId="{990AF860-6ECE-4B2E-85D1-86740303B8BE}" dt="2025-12-18T19:06:36.178" v="7590" actId="478"/>
          <ac:picMkLst>
            <pc:docMk/>
            <pc:sldMk cId="3209253724" sldId="344"/>
            <ac:picMk id="8" creationId="{E6E69DCC-0201-02BB-90B4-8ABA17FE2609}"/>
          </ac:picMkLst>
        </pc:picChg>
        <pc:picChg chg="add del mod">
          <ac:chgData name="인혁 송" userId="1024a7ac2d3af02a" providerId="LiveId" clId="{990AF860-6ECE-4B2E-85D1-86740303B8BE}" dt="2025-12-18T19:06:36.543" v="7591" actId="478"/>
          <ac:picMkLst>
            <pc:docMk/>
            <pc:sldMk cId="3209253724" sldId="344"/>
            <ac:picMk id="11" creationId="{D6534C98-6EF0-485C-EDAC-FE1088D961E4}"/>
          </ac:picMkLst>
        </pc:picChg>
        <pc:picChg chg="add del mod">
          <ac:chgData name="인혁 송" userId="1024a7ac2d3af02a" providerId="LiveId" clId="{990AF860-6ECE-4B2E-85D1-86740303B8BE}" dt="2025-12-18T19:06:40.534" v="7595" actId="478"/>
          <ac:picMkLst>
            <pc:docMk/>
            <pc:sldMk cId="3209253724" sldId="344"/>
            <ac:picMk id="14" creationId="{A26A64B3-3600-FF92-D05F-B507A6190951}"/>
          </ac:picMkLst>
        </pc:picChg>
        <pc:picChg chg="add mod">
          <ac:chgData name="인혁 송" userId="1024a7ac2d3af02a" providerId="LiveId" clId="{990AF860-6ECE-4B2E-85D1-86740303B8BE}" dt="2025-12-18T19:11:48.283" v="7779" actId="14100"/>
          <ac:picMkLst>
            <pc:docMk/>
            <pc:sldMk cId="3209253724" sldId="344"/>
            <ac:picMk id="17" creationId="{47C67887-3997-DCA3-9B52-F92791E68E54}"/>
          </ac:picMkLst>
        </pc:picChg>
        <pc:picChg chg="add mod">
          <ac:chgData name="인혁 송" userId="1024a7ac2d3af02a" providerId="LiveId" clId="{990AF860-6ECE-4B2E-85D1-86740303B8BE}" dt="2025-12-18T19:11:50.899" v="7780" actId="1076"/>
          <ac:picMkLst>
            <pc:docMk/>
            <pc:sldMk cId="3209253724" sldId="344"/>
            <ac:picMk id="19" creationId="{95961A2A-F4F9-53B7-BF5B-93F61C11B5E1}"/>
          </ac:picMkLst>
        </pc:picChg>
      </pc:sldChg>
      <pc:sldChg chg="modSp mod">
        <pc:chgData name="인혁 송" userId="1024a7ac2d3af02a" providerId="LiveId" clId="{990AF860-6ECE-4B2E-85D1-86740303B8BE}" dt="2025-12-18T19:47:44.027" v="8346" actId="20577"/>
        <pc:sldMkLst>
          <pc:docMk/>
          <pc:sldMk cId="3904414817" sldId="346"/>
        </pc:sldMkLst>
        <pc:spChg chg="mod">
          <ac:chgData name="인혁 송" userId="1024a7ac2d3af02a" providerId="LiveId" clId="{990AF860-6ECE-4B2E-85D1-86740303B8BE}" dt="2025-12-18T19:47:44.027" v="8346" actId="20577"/>
          <ac:spMkLst>
            <pc:docMk/>
            <pc:sldMk cId="3904414817" sldId="346"/>
            <ac:spMk id="3" creationId="{2A223D7F-C36C-107B-7BF2-246DBF4E419F}"/>
          </ac:spMkLst>
        </pc:spChg>
      </pc:sldChg>
      <pc:sldChg chg="modSp mod">
        <pc:chgData name="인혁 송" userId="1024a7ac2d3af02a" providerId="LiveId" clId="{990AF860-6ECE-4B2E-85D1-86740303B8BE}" dt="2025-12-18T19:24:48.230" v="7795" actId="20577"/>
        <pc:sldMkLst>
          <pc:docMk/>
          <pc:sldMk cId="2143054159" sldId="348"/>
        </pc:sldMkLst>
        <pc:spChg chg="mod">
          <ac:chgData name="인혁 송" userId="1024a7ac2d3af02a" providerId="LiveId" clId="{990AF860-6ECE-4B2E-85D1-86740303B8BE}" dt="2025-12-18T19:24:48.230" v="7795" actId="20577"/>
          <ac:spMkLst>
            <pc:docMk/>
            <pc:sldMk cId="2143054159" sldId="348"/>
            <ac:spMk id="3" creationId="{EA394BAA-EF43-505D-E9D9-DC0027135C76}"/>
          </ac:spMkLst>
        </pc:spChg>
      </pc:sldChg>
      <pc:sldChg chg="modSp add mod">
        <pc:chgData name="인혁 송" userId="1024a7ac2d3af02a" providerId="LiveId" clId="{990AF860-6ECE-4B2E-85D1-86740303B8BE}" dt="2025-12-18T10:41:37.577" v="5277" actId="113"/>
        <pc:sldMkLst>
          <pc:docMk/>
          <pc:sldMk cId="3534971176" sldId="349"/>
        </pc:sldMkLst>
        <pc:spChg chg="mod">
          <ac:chgData name="인혁 송" userId="1024a7ac2d3af02a" providerId="LiveId" clId="{990AF860-6ECE-4B2E-85D1-86740303B8BE}" dt="2025-12-18T10:34:58.383" v="3170" actId="20577"/>
          <ac:spMkLst>
            <pc:docMk/>
            <pc:sldMk cId="3534971176" sldId="349"/>
            <ac:spMk id="3" creationId="{AB7F683E-3163-DFC1-0113-C383473AB664}"/>
          </ac:spMkLst>
        </pc:spChg>
        <pc:spChg chg="mod">
          <ac:chgData name="인혁 송" userId="1024a7ac2d3af02a" providerId="LiveId" clId="{990AF860-6ECE-4B2E-85D1-86740303B8BE}" dt="2025-12-18T10:41:37.577" v="5277" actId="113"/>
          <ac:spMkLst>
            <pc:docMk/>
            <pc:sldMk cId="3534971176" sldId="349"/>
            <ac:spMk id="4" creationId="{704565B7-B17E-21CA-8C2B-7F22296E677A}"/>
          </ac:spMkLst>
        </pc:spChg>
      </pc:sldChg>
      <pc:sldChg chg="addSp delSp modSp add mod">
        <pc:chgData name="인혁 송" userId="1024a7ac2d3af02a" providerId="LiveId" clId="{990AF860-6ECE-4B2E-85D1-86740303B8BE}" dt="2025-12-18T19:07:44.346" v="7631" actId="478"/>
        <pc:sldMkLst>
          <pc:docMk/>
          <pc:sldMk cId="2415620246" sldId="350"/>
        </pc:sldMkLst>
        <pc:spChg chg="add del mod">
          <ac:chgData name="인혁 송" userId="1024a7ac2d3af02a" providerId="LiveId" clId="{990AF860-6ECE-4B2E-85D1-86740303B8BE}" dt="2025-12-18T19:07:08.373" v="7610"/>
          <ac:spMkLst>
            <pc:docMk/>
            <pc:sldMk cId="2415620246" sldId="350"/>
            <ac:spMk id="3" creationId="{444210D7-4E65-66C3-05E8-130DC5E8A168}"/>
          </ac:spMkLst>
        </pc:spChg>
        <pc:spChg chg="add del mod">
          <ac:chgData name="인혁 송" userId="1024a7ac2d3af02a" providerId="LiveId" clId="{990AF860-6ECE-4B2E-85D1-86740303B8BE}" dt="2025-12-18T19:07:35.160" v="7623" actId="478"/>
          <ac:spMkLst>
            <pc:docMk/>
            <pc:sldMk cId="2415620246" sldId="350"/>
            <ac:spMk id="4" creationId="{77F3F476-7FFC-418E-2ABE-97439A5E1CB6}"/>
          </ac:spMkLst>
        </pc:spChg>
        <pc:spChg chg="del mod">
          <ac:chgData name="인혁 송" userId="1024a7ac2d3af02a" providerId="LiveId" clId="{990AF860-6ECE-4B2E-85D1-86740303B8BE}" dt="2025-12-18T19:07:08.553" v="7612"/>
          <ac:spMkLst>
            <pc:docMk/>
            <pc:sldMk cId="2415620246" sldId="350"/>
            <ac:spMk id="5" creationId="{F01704EF-E756-DAFB-B124-094486719519}"/>
          </ac:spMkLst>
        </pc:spChg>
        <pc:spChg chg="del mod">
          <ac:chgData name="인혁 송" userId="1024a7ac2d3af02a" providerId="LiveId" clId="{990AF860-6ECE-4B2E-85D1-86740303B8BE}" dt="2025-12-18T19:07:15.897" v="7620"/>
          <ac:spMkLst>
            <pc:docMk/>
            <pc:sldMk cId="2415620246" sldId="350"/>
            <ac:spMk id="6" creationId="{CA10C321-ABBF-0FA9-5ECB-62B5EAE50274}"/>
          </ac:spMkLst>
        </pc:spChg>
        <pc:spChg chg="del mod">
          <ac:chgData name="인혁 송" userId="1024a7ac2d3af02a" providerId="LiveId" clId="{990AF860-6ECE-4B2E-85D1-86740303B8BE}" dt="2025-12-18T19:07:41.045" v="7627" actId="478"/>
          <ac:spMkLst>
            <pc:docMk/>
            <pc:sldMk cId="2415620246" sldId="350"/>
            <ac:spMk id="9" creationId="{EA7F11EE-A6D6-A76F-4216-A5FB13FF3051}"/>
          </ac:spMkLst>
        </pc:spChg>
        <pc:spChg chg="add del mod">
          <ac:chgData name="인혁 송" userId="1024a7ac2d3af02a" providerId="LiveId" clId="{990AF860-6ECE-4B2E-85D1-86740303B8BE}" dt="2025-12-18T19:06:52.227" v="7601" actId="478"/>
          <ac:spMkLst>
            <pc:docMk/>
            <pc:sldMk cId="2415620246" sldId="350"/>
            <ac:spMk id="10" creationId="{8BF29BEA-AC9B-6D06-899A-68F5126A7BE6}"/>
          </ac:spMkLst>
        </pc:spChg>
        <pc:spChg chg="del">
          <ac:chgData name="인혁 송" userId="1024a7ac2d3af02a" providerId="LiveId" clId="{990AF860-6ECE-4B2E-85D1-86740303B8BE}" dt="2025-12-18T19:07:42.790" v="7629" actId="478"/>
          <ac:spMkLst>
            <pc:docMk/>
            <pc:sldMk cId="2415620246" sldId="350"/>
            <ac:spMk id="12" creationId="{C2FC0027-22A6-1A3A-3B04-7B4260B02799}"/>
          </ac:spMkLst>
        </pc:spChg>
        <pc:spChg chg="del">
          <ac:chgData name="인혁 송" userId="1024a7ac2d3af02a" providerId="LiveId" clId="{990AF860-6ECE-4B2E-85D1-86740303B8BE}" dt="2025-12-18T19:07:44.346" v="7631" actId="478"/>
          <ac:spMkLst>
            <pc:docMk/>
            <pc:sldMk cId="2415620246" sldId="350"/>
            <ac:spMk id="15" creationId="{01CB1BA7-EEE6-C66E-43A2-F210AA7DB1FA}"/>
          </ac:spMkLst>
        </pc:spChg>
        <pc:spChg chg="add del mod">
          <ac:chgData name="인혁 송" userId="1024a7ac2d3af02a" providerId="LiveId" clId="{990AF860-6ECE-4B2E-85D1-86740303B8BE}" dt="2025-12-18T19:06:50.539" v="7599" actId="478"/>
          <ac:spMkLst>
            <pc:docMk/>
            <pc:sldMk cId="2415620246" sldId="350"/>
            <ac:spMk id="16" creationId="{05D76CCC-E51F-C822-6446-A50B1308EC46}"/>
          </ac:spMkLst>
        </pc:spChg>
        <pc:spChg chg="add del mod">
          <ac:chgData name="인혁 송" userId="1024a7ac2d3af02a" providerId="LiveId" clId="{990AF860-6ECE-4B2E-85D1-86740303B8BE}" dt="2025-12-18T19:07:37.315" v="7624" actId="478"/>
          <ac:spMkLst>
            <pc:docMk/>
            <pc:sldMk cId="2415620246" sldId="350"/>
            <ac:spMk id="18" creationId="{6B3A8C05-140A-8B17-1593-330F6D0AC245}"/>
          </ac:spMkLst>
        </pc:spChg>
        <pc:picChg chg="del mod">
          <ac:chgData name="인혁 송" userId="1024a7ac2d3af02a" providerId="LiveId" clId="{990AF860-6ECE-4B2E-85D1-86740303B8BE}" dt="2025-12-18T19:07:39.418" v="7625" actId="478"/>
          <ac:picMkLst>
            <pc:docMk/>
            <pc:sldMk cId="2415620246" sldId="350"/>
            <ac:picMk id="8" creationId="{70D0AC62-596D-4E64-E89A-A69CE2923BCE}"/>
          </ac:picMkLst>
        </pc:picChg>
        <pc:picChg chg="del">
          <ac:chgData name="인혁 송" userId="1024a7ac2d3af02a" providerId="LiveId" clId="{990AF860-6ECE-4B2E-85D1-86740303B8BE}" dt="2025-12-18T19:07:41.562" v="7628" actId="478"/>
          <ac:picMkLst>
            <pc:docMk/>
            <pc:sldMk cId="2415620246" sldId="350"/>
            <ac:picMk id="11" creationId="{F1C2ABB4-7EB0-86CC-9591-7E85AFFEA6C2}"/>
          </ac:picMkLst>
        </pc:picChg>
        <pc:picChg chg="del">
          <ac:chgData name="인혁 송" userId="1024a7ac2d3af02a" providerId="LiveId" clId="{990AF860-6ECE-4B2E-85D1-86740303B8BE}" dt="2025-12-18T19:07:43.201" v="7630" actId="478"/>
          <ac:picMkLst>
            <pc:docMk/>
            <pc:sldMk cId="2415620246" sldId="350"/>
            <ac:picMk id="14" creationId="{A9AE0597-2743-06F6-4577-915FB2FA8BE3}"/>
          </ac:picMkLst>
        </pc:picChg>
      </pc:sldChg>
      <pc:sldChg chg="addSp delSp modSp add mod">
        <pc:chgData name="인혁 송" userId="1024a7ac2d3af02a" providerId="LiveId" clId="{990AF860-6ECE-4B2E-85D1-86740303B8BE}" dt="2025-12-18T19:09:48.431" v="7759" actId="113"/>
        <pc:sldMkLst>
          <pc:docMk/>
          <pc:sldMk cId="1456888679" sldId="351"/>
        </pc:sldMkLst>
        <pc:spChg chg="mod">
          <ac:chgData name="인혁 송" userId="1024a7ac2d3af02a" providerId="LiveId" clId="{990AF860-6ECE-4B2E-85D1-86740303B8BE}" dt="2025-12-18T19:07:50.302" v="7634"/>
          <ac:spMkLst>
            <pc:docMk/>
            <pc:sldMk cId="1456888679" sldId="351"/>
            <ac:spMk id="3" creationId="{CA418836-A512-1E1B-FEC3-3699FED65D16}"/>
          </ac:spMkLst>
        </pc:spChg>
        <pc:spChg chg="del mod">
          <ac:chgData name="인혁 송" userId="1024a7ac2d3af02a" providerId="LiveId" clId="{990AF860-6ECE-4B2E-85D1-86740303B8BE}" dt="2025-12-18T19:07:52.706" v="7635" actId="478"/>
          <ac:spMkLst>
            <pc:docMk/>
            <pc:sldMk cId="1456888679" sldId="351"/>
            <ac:spMk id="4" creationId="{0ED47929-D97D-0018-CACE-CDB3BC7E8E69}"/>
          </ac:spMkLst>
        </pc:spChg>
        <pc:spChg chg="add mod">
          <ac:chgData name="인혁 송" userId="1024a7ac2d3af02a" providerId="LiveId" clId="{990AF860-6ECE-4B2E-85D1-86740303B8BE}" dt="2025-12-18T19:09:48.431" v="7759" actId="113"/>
          <ac:spMkLst>
            <pc:docMk/>
            <pc:sldMk cId="1456888679" sldId="351"/>
            <ac:spMk id="5" creationId="{48F5C07D-72E8-4AEF-C445-FB83DE3265AE}"/>
          </ac:spMkLst>
        </pc:spChg>
        <pc:spChg chg="mod">
          <ac:chgData name="인혁 송" userId="1024a7ac2d3af02a" providerId="LiveId" clId="{990AF860-6ECE-4B2E-85D1-86740303B8BE}" dt="2025-12-18T19:09:26.177" v="7730" actId="1076"/>
          <ac:spMkLst>
            <pc:docMk/>
            <pc:sldMk cId="1456888679" sldId="351"/>
            <ac:spMk id="9" creationId="{9876D4CD-56E1-17F9-36CC-DEE41A3807BC}"/>
          </ac:spMkLst>
        </pc:spChg>
        <pc:spChg chg="mod">
          <ac:chgData name="인혁 송" userId="1024a7ac2d3af02a" providerId="LiveId" clId="{990AF860-6ECE-4B2E-85D1-86740303B8BE}" dt="2025-12-18T19:09:26.177" v="7730" actId="1076"/>
          <ac:spMkLst>
            <pc:docMk/>
            <pc:sldMk cId="1456888679" sldId="351"/>
            <ac:spMk id="12" creationId="{3D42DE9C-3E7E-6860-F9F1-C706B8F089DF}"/>
          </ac:spMkLst>
        </pc:spChg>
        <pc:spChg chg="mod">
          <ac:chgData name="인혁 송" userId="1024a7ac2d3af02a" providerId="LiveId" clId="{990AF860-6ECE-4B2E-85D1-86740303B8BE}" dt="2025-12-18T19:09:19.915" v="7729" actId="1076"/>
          <ac:spMkLst>
            <pc:docMk/>
            <pc:sldMk cId="1456888679" sldId="351"/>
            <ac:spMk id="15" creationId="{EA1233DC-77B0-2C31-C746-056BBC86952F}"/>
          </ac:spMkLst>
        </pc:spChg>
        <pc:picChg chg="mod">
          <ac:chgData name="인혁 송" userId="1024a7ac2d3af02a" providerId="LiveId" clId="{990AF860-6ECE-4B2E-85D1-86740303B8BE}" dt="2025-12-18T19:09:26.177" v="7730" actId="1076"/>
          <ac:picMkLst>
            <pc:docMk/>
            <pc:sldMk cId="1456888679" sldId="351"/>
            <ac:picMk id="8" creationId="{9F4C010B-DC78-E631-BF09-B31B931D4877}"/>
          </ac:picMkLst>
        </pc:picChg>
        <pc:picChg chg="mod">
          <ac:chgData name="인혁 송" userId="1024a7ac2d3af02a" providerId="LiveId" clId="{990AF860-6ECE-4B2E-85D1-86740303B8BE}" dt="2025-12-18T19:09:26.177" v="7730" actId="1076"/>
          <ac:picMkLst>
            <pc:docMk/>
            <pc:sldMk cId="1456888679" sldId="351"/>
            <ac:picMk id="11" creationId="{C91E12BF-F2C2-C5EE-3958-986798F5575E}"/>
          </ac:picMkLst>
        </pc:picChg>
        <pc:picChg chg="mod">
          <ac:chgData name="인혁 송" userId="1024a7ac2d3af02a" providerId="LiveId" clId="{990AF860-6ECE-4B2E-85D1-86740303B8BE}" dt="2025-12-18T19:09:19.915" v="7729" actId="1076"/>
          <ac:picMkLst>
            <pc:docMk/>
            <pc:sldMk cId="1456888679" sldId="351"/>
            <ac:picMk id="14" creationId="{DE648839-87DE-4494-4805-8E5A65D71EBD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42950" y="2125980"/>
            <a:ext cx="84201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485900" y="3840480"/>
            <a:ext cx="69342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2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/>
              <a:t>Image </a:t>
            </a:r>
            <a:r>
              <a:rPr spc="-5" dirty="0"/>
              <a:t>Processing</a:t>
            </a:r>
            <a:r>
              <a:rPr spc="-70" dirty="0"/>
              <a:t> </a:t>
            </a:r>
            <a:r>
              <a:rPr dirty="0"/>
              <a:t>Lab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A8A8A"/>
                </a:solidFill>
                <a:latin typeface="Malgun Gothic"/>
                <a:cs typeface="Malgun Gothic"/>
              </a:defRPr>
            </a:lvl1pPr>
          </a:lstStyle>
          <a:p>
            <a:pPr marL="1212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00206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chemeClr val="bg1"/>
                </a:solidFill>
                <a:latin typeface="Consolas"/>
                <a:cs typeface="Consola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2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/>
              <a:t>Image </a:t>
            </a:r>
            <a:r>
              <a:rPr spc="-5" dirty="0"/>
              <a:t>Processing</a:t>
            </a:r>
            <a:r>
              <a:rPr spc="-70" dirty="0"/>
              <a:t> </a:t>
            </a:r>
            <a:r>
              <a:rPr dirty="0"/>
              <a:t>Lab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A8A8A"/>
                </a:solidFill>
                <a:latin typeface="Malgun Gothic"/>
                <a:cs typeface="Malgun Gothic"/>
              </a:defRPr>
            </a:lvl1pPr>
          </a:lstStyle>
          <a:p>
            <a:pPr marL="1212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00206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95300" y="1577340"/>
            <a:ext cx="430911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01590" y="1577340"/>
            <a:ext cx="430911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2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/>
              <a:t>Image </a:t>
            </a:r>
            <a:r>
              <a:rPr spc="-5" dirty="0"/>
              <a:t>Processing</a:t>
            </a:r>
            <a:r>
              <a:rPr spc="-70" dirty="0"/>
              <a:t> </a:t>
            </a:r>
            <a:r>
              <a:rPr dirty="0"/>
              <a:t>Lab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12/18/2025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A8A8A"/>
                </a:solidFill>
                <a:latin typeface="Malgun Gothic"/>
                <a:cs typeface="Malgun Gothic"/>
              </a:defRPr>
            </a:lvl1pPr>
          </a:lstStyle>
          <a:p>
            <a:pPr marL="1212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00206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2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/>
              <a:t>Image </a:t>
            </a:r>
            <a:r>
              <a:rPr spc="-5" dirty="0"/>
              <a:t>Processing</a:t>
            </a:r>
            <a:r>
              <a:rPr spc="-70" dirty="0"/>
              <a:t> </a:t>
            </a:r>
            <a:r>
              <a:rPr dirty="0"/>
              <a:t>Lab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12/18/2025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A8A8A"/>
                </a:solidFill>
                <a:latin typeface="Malgun Gothic"/>
                <a:cs typeface="Malgun Gothic"/>
              </a:defRPr>
            </a:lvl1pPr>
          </a:lstStyle>
          <a:p>
            <a:pPr marL="1212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tx2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/>
              <a:t>Image </a:t>
            </a:r>
            <a:r>
              <a:rPr spc="-5" dirty="0"/>
              <a:t>Processing</a:t>
            </a:r>
            <a:r>
              <a:rPr spc="-70" dirty="0"/>
              <a:t> </a:t>
            </a:r>
            <a:r>
              <a:rPr dirty="0"/>
              <a:t>Lab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12/18/2025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A8A8A"/>
                </a:solidFill>
                <a:latin typeface="Malgun Gothic"/>
                <a:cs typeface="Malgun Gothic"/>
              </a:defRPr>
            </a:lvl1pPr>
          </a:lstStyle>
          <a:p>
            <a:pPr marL="1212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905998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95300" y="6461759"/>
            <a:ext cx="641603" cy="24841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74040" y="609888"/>
            <a:ext cx="8757919" cy="33083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002060"/>
                </a:solidFill>
                <a:latin typeface="Malgun Gothic"/>
                <a:cs typeface="Malgun Gothic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82478" y="2640851"/>
            <a:ext cx="9285605" cy="14668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chemeClr val="bg1"/>
                </a:solidFill>
                <a:latin typeface="Consolas"/>
                <a:cs typeface="Consola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208504" y="6506291"/>
            <a:ext cx="1705610" cy="2228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tx2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/>
              <a:t>Image </a:t>
            </a:r>
            <a:r>
              <a:rPr spc="-5" dirty="0"/>
              <a:t>Processing</a:t>
            </a:r>
            <a:r>
              <a:rPr spc="-70" dirty="0"/>
              <a:t> </a:t>
            </a:r>
            <a:r>
              <a:rPr dirty="0"/>
              <a:t>Lab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95300" y="6377940"/>
            <a:ext cx="22783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12/18/2025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112504" y="6418258"/>
            <a:ext cx="244475" cy="2286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A8A8A"/>
                </a:solidFill>
                <a:latin typeface="Malgun Gothic"/>
                <a:cs typeface="Malgun Gothic"/>
              </a:defRPr>
            </a:lvl1pPr>
          </a:lstStyle>
          <a:p>
            <a:pPr marL="121285">
              <a:lnSpc>
                <a:spcPct val="100000"/>
              </a:lnSpc>
              <a:spcBef>
                <a:spcPts val="204"/>
              </a:spcBef>
            </a:pPr>
            <a:fld id="{81D60167-4931-47E6-BA6A-407CBD079E47}" type="slidenum">
              <a:rPr dirty="0"/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18" Type="http://schemas.openxmlformats.org/officeDocument/2006/relationships/image" Target="../media/image2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17" Type="http://schemas.openxmlformats.org/officeDocument/2006/relationships/image" Target="../media/image21.png"/><Relationship Id="rId2" Type="http://schemas.openxmlformats.org/officeDocument/2006/relationships/image" Target="../media/image6.png"/><Relationship Id="rId16" Type="http://schemas.openxmlformats.org/officeDocument/2006/relationships/image" Target="../media/image20.png"/><Relationship Id="rId20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19" Type="http://schemas.openxmlformats.org/officeDocument/2006/relationships/image" Target="../media/image23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905998" cy="647807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1218275" y="2171297"/>
            <a:ext cx="8229112" cy="99770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3600" spc="-5" dirty="0" err="1">
                <a:solidFill>
                  <a:srgbClr val="FFFFFF"/>
                </a:solidFill>
                <a:latin typeface="Times New Roman"/>
                <a:cs typeface="Times New Roman"/>
              </a:rPr>
              <a:t>FinalTerm</a:t>
            </a:r>
            <a:r>
              <a:rPr lang="ko-KR" altLang="en-US" sz="3600" spc="-5" dirty="0">
                <a:solidFill>
                  <a:srgbClr val="FFFFFF"/>
                </a:solidFill>
                <a:latin typeface="Times New Roman"/>
                <a:cs typeface="Times New Roman"/>
              </a:rPr>
              <a:t> 보고서</a:t>
            </a:r>
            <a:endParaRPr sz="36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lang="ko-KR" altLang="en-US"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제목 </a:t>
            </a:r>
            <a:r>
              <a:rPr lang="en-US" altLang="ko-KR"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r>
              <a:rPr lang="ko-KR" altLang="en-US" sz="2800" spc="-5" dirty="0">
                <a:solidFill>
                  <a:srgbClr val="FFFFFF"/>
                </a:solidFill>
                <a:latin typeface="Times New Roman"/>
                <a:cs typeface="Times New Roman"/>
              </a:rPr>
              <a:t>생활 루틴 감지를 통한 웰빙 관리 시스템</a:t>
            </a:r>
            <a:endParaRPr sz="2800" spc="-5" dirty="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324600" y="3911489"/>
            <a:ext cx="3122787" cy="7643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ko-KR" altLang="en-US"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학번</a:t>
            </a:r>
            <a:r>
              <a:rPr lang="en-US" altLang="ko-KR"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r>
              <a:rPr lang="ko-KR" altLang="en-US"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en-US" altLang="ko-KR" sz="2400" spc="-5" dirty="0">
                <a:solidFill>
                  <a:schemeClr val="bg1"/>
                </a:solidFill>
                <a:latin typeface="Times New Roman"/>
                <a:cs typeface="Times New Roman"/>
              </a:rPr>
              <a:t>2020103562</a:t>
            </a:r>
          </a:p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ko-KR" altLang="en-US"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이름 </a:t>
            </a:r>
            <a:r>
              <a:rPr lang="en-US" altLang="ko-KR"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r>
              <a:rPr lang="ko-KR" altLang="en-US" sz="24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ko-KR" altLang="en-US" sz="2400" spc="-5" dirty="0">
                <a:solidFill>
                  <a:schemeClr val="bg1"/>
                </a:solidFill>
                <a:latin typeface="Times New Roman"/>
                <a:cs typeface="Times New Roman"/>
              </a:rPr>
              <a:t>송인혁</a:t>
            </a:r>
            <a:endParaRPr sz="2400" dirty="0">
              <a:solidFill>
                <a:schemeClr val="bg1"/>
              </a:solidFill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119628" y="5259323"/>
            <a:ext cx="1036319" cy="40233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4254215" y="5285013"/>
            <a:ext cx="241871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1" dirty="0">
                <a:solidFill>
                  <a:srgbClr val="1F497D"/>
                </a:solidFill>
                <a:latin typeface="Times New Roman"/>
                <a:cs typeface="Times New Roman"/>
              </a:rPr>
              <a:t>Image </a:t>
            </a:r>
            <a:r>
              <a:rPr sz="2000" b="1" spc="-5" dirty="0">
                <a:solidFill>
                  <a:srgbClr val="1F497D"/>
                </a:solidFill>
                <a:latin typeface="Times New Roman"/>
                <a:cs typeface="Times New Roman"/>
              </a:rPr>
              <a:t>Processing</a:t>
            </a:r>
            <a:r>
              <a:rPr sz="2000" b="1" spc="-120" dirty="0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sz="2000" b="1" dirty="0">
                <a:solidFill>
                  <a:srgbClr val="1F497D"/>
                </a:solidFill>
                <a:latin typeface="Times New Roman"/>
                <a:cs typeface="Times New Roman"/>
              </a:rPr>
              <a:t>Lab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54138" y="630845"/>
            <a:ext cx="5108462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buNone/>
            </a:pPr>
            <a:r>
              <a:rPr lang="en-US" altLang="ko-KR" sz="2400" dirty="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Mobile/</a:t>
            </a:r>
            <a:r>
              <a:rPr lang="en-US" altLang="ko-KR" sz="2400" dirty="0" err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WebService</a:t>
            </a:r>
            <a:r>
              <a:rPr lang="en-US" altLang="ko-KR" sz="2400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 Project</a:t>
            </a:r>
            <a:endParaRPr lang="en-US" altLang="ko-KR" sz="2400" dirty="0">
              <a:solidFill>
                <a:schemeClr val="bg1"/>
              </a:solidFill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905998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9221723" y="6431727"/>
            <a:ext cx="10985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8A8A8A"/>
                </a:solidFill>
                <a:latin typeface="Malgun Gothic"/>
                <a:cs typeface="Malgun Gothic"/>
              </a:rPr>
              <a:t>2</a:t>
            </a:r>
            <a:endParaRPr sz="1200">
              <a:latin typeface="Malgun Gothic"/>
              <a:cs typeface="Malgun Gothic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399538" y="2991103"/>
            <a:ext cx="5687062" cy="5668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ko-KR" altLang="en-US" sz="3600" dirty="0"/>
              <a:t>목차</a:t>
            </a:r>
            <a:endParaRPr sz="3600" dirty="0"/>
          </a:p>
        </p:txBody>
      </p:sp>
      <p:sp>
        <p:nvSpPr>
          <p:cNvPr id="5" name="object 5"/>
          <p:cNvSpPr txBox="1"/>
          <p:nvPr/>
        </p:nvSpPr>
        <p:spPr>
          <a:xfrm>
            <a:off x="1482089" y="4019482"/>
            <a:ext cx="6366511" cy="2305118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lang="ko-KR" altLang="en-US" sz="2000" dirty="0"/>
              <a:t>요구조건</a:t>
            </a:r>
            <a:endParaRPr lang="en-US" altLang="ko-KR" sz="2000" dirty="0"/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lang="ko-KR" altLang="en-US" sz="2000" dirty="0"/>
              <a:t>목적</a:t>
            </a:r>
            <a:endParaRPr lang="en-US" altLang="ko-KR" sz="2000" dirty="0"/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lang="ko-KR" altLang="en-US" sz="2000" dirty="0"/>
              <a:t>필요성</a:t>
            </a:r>
            <a:endParaRPr lang="en-US" altLang="ko-KR" sz="2000" dirty="0"/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lang="ko-KR" altLang="en-US" sz="2000" dirty="0"/>
              <a:t>기능 계획</a:t>
            </a:r>
            <a:r>
              <a:rPr lang="en-US" altLang="ko-KR" sz="2000" dirty="0"/>
              <a:t>(</a:t>
            </a:r>
            <a:r>
              <a:rPr lang="ko-KR" altLang="en-US" sz="2000" dirty="0"/>
              <a:t>신규 또는 추가 기능 중심</a:t>
            </a:r>
            <a:r>
              <a:rPr lang="en-US" altLang="ko-KR" sz="2000" dirty="0"/>
              <a:t>)</a:t>
            </a: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lang="ko-KR" altLang="en-US" sz="2000" dirty="0"/>
              <a:t>사용자 시나리오</a:t>
            </a:r>
            <a:r>
              <a:rPr lang="en-US" altLang="ko-KR" sz="2000" dirty="0"/>
              <a:t>(Ui </a:t>
            </a:r>
            <a:r>
              <a:rPr lang="ko-KR" altLang="en-US" sz="2000" dirty="0"/>
              <a:t>구성</a:t>
            </a:r>
            <a:r>
              <a:rPr lang="en-US" altLang="ko-KR" sz="2000" dirty="0"/>
              <a:t>)</a:t>
            </a:r>
          </a:p>
          <a:p>
            <a:pPr marL="355600" indent="-343535">
              <a:lnSpc>
                <a:spcPct val="100000"/>
              </a:lnSpc>
              <a:spcBef>
                <a:spcPts val="575"/>
              </a:spcBef>
              <a:buFont typeface="Arial"/>
              <a:buChar char="•"/>
              <a:tabLst>
                <a:tab pos="355600" algn="l"/>
                <a:tab pos="356235" algn="l"/>
              </a:tabLst>
            </a:pPr>
            <a:r>
              <a:rPr lang="ko-KR" altLang="en-US" sz="2000" dirty="0">
                <a:solidFill>
                  <a:srgbClr val="1F497D"/>
                </a:solidFill>
                <a:latin typeface="Malgun Gothic"/>
                <a:cs typeface="Malgun Gothic"/>
              </a:rPr>
              <a:t>기대효과</a:t>
            </a:r>
            <a:endParaRPr lang="en-US" altLang="ko-KR" sz="2000" dirty="0">
              <a:solidFill>
                <a:srgbClr val="1F497D"/>
              </a:solidFill>
              <a:latin typeface="Malgun Gothic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60694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08504" y="6486875"/>
            <a:ext cx="17056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Image </a:t>
            </a:r>
            <a:r>
              <a:rPr sz="1400" b="1" spc="-5" dirty="0">
                <a:solidFill>
                  <a:srgbClr val="1F497D"/>
                </a:solidFill>
                <a:latin typeface="Times New Roman"/>
                <a:cs typeface="Times New Roman"/>
              </a:rPr>
              <a:t>Processing</a:t>
            </a:r>
            <a:r>
              <a:rPr sz="1400" b="1" spc="-70" dirty="0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Lab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4040" y="609888"/>
            <a:ext cx="338836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ko-KR" altLang="en-US" dirty="0">
                <a:latin typeface="Times New Roman"/>
                <a:cs typeface="Times New Roman"/>
              </a:rPr>
              <a:t>요구조건</a:t>
            </a:r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574040" y="1124817"/>
            <a:ext cx="8874760" cy="54713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7020"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r>
              <a:rPr lang="en-US" altLang="ko-KR" sz="1600" spc="-5" dirty="0">
                <a:solidFill>
                  <a:srgbClr val="558ED5"/>
                </a:solidFill>
                <a:latin typeface="+mn-ea"/>
                <a:cs typeface="Malgun Gothic"/>
              </a:rPr>
              <a:t>1.</a:t>
            </a:r>
            <a:r>
              <a:rPr lang="ko-KR" altLang="en-US" sz="1600" spc="-5" dirty="0">
                <a:solidFill>
                  <a:srgbClr val="558ED5"/>
                </a:solidFill>
                <a:latin typeface="+mn-ea"/>
                <a:cs typeface="Malgun Gothic"/>
              </a:rPr>
              <a:t> </a:t>
            </a:r>
            <a:r>
              <a:rPr lang="en-US" altLang="ko-KR" sz="1600" spc="-5" dirty="0">
                <a:solidFill>
                  <a:srgbClr val="558ED5"/>
                </a:solidFill>
                <a:latin typeface="+mn-ea"/>
                <a:cs typeface="Malgun Gothic"/>
              </a:rPr>
              <a:t>Edge System(Python </a:t>
            </a:r>
            <a:r>
              <a:rPr lang="ko-KR" altLang="en-US" sz="1600" spc="-5" dirty="0">
                <a:solidFill>
                  <a:srgbClr val="558ED5"/>
                </a:solidFill>
                <a:latin typeface="+mn-ea"/>
                <a:cs typeface="Malgun Gothic"/>
              </a:rPr>
              <a:t>기반</a:t>
            </a:r>
            <a:r>
              <a:rPr lang="en-US" altLang="ko-KR" sz="1600" spc="-5" dirty="0">
                <a:solidFill>
                  <a:srgbClr val="558ED5"/>
                </a:solidFill>
                <a:latin typeface="+mn-ea"/>
                <a:cs typeface="Malgun Gothic"/>
              </a:rPr>
              <a:t>, </a:t>
            </a:r>
            <a:r>
              <a:rPr lang="ko-KR" altLang="en-US" sz="1600" spc="-5" dirty="0">
                <a:solidFill>
                  <a:srgbClr val="558ED5"/>
                </a:solidFill>
                <a:latin typeface="+mn-ea"/>
                <a:cs typeface="Malgun Gothic"/>
              </a:rPr>
              <a:t>공통</a:t>
            </a:r>
            <a:r>
              <a:rPr lang="en-US" altLang="ko-KR" sz="1600" spc="-5" dirty="0">
                <a:solidFill>
                  <a:srgbClr val="558ED5"/>
                </a:solidFill>
                <a:latin typeface="+mn-ea"/>
                <a:cs typeface="Malgun Gothic"/>
              </a:rPr>
              <a:t>)</a:t>
            </a: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en-US" altLang="ko-KR" sz="1600" dirty="0">
                <a:latin typeface="+mn-ea"/>
              </a:rPr>
              <a:t>1-1.</a:t>
            </a:r>
            <a:r>
              <a:rPr lang="ko-KR" altLang="en-US" sz="1600" dirty="0">
                <a:latin typeface="+mn-ea"/>
              </a:rPr>
              <a:t> </a:t>
            </a:r>
            <a:r>
              <a:rPr lang="en-US" altLang="ko-KR" sz="1600" dirty="0">
                <a:latin typeface="+mn-ea"/>
              </a:rPr>
              <a:t>YoloV5 pretrained model </a:t>
            </a:r>
            <a:r>
              <a:rPr lang="ko-KR" altLang="en-US" sz="1600" dirty="0">
                <a:latin typeface="+mn-ea"/>
              </a:rPr>
              <a:t>사용</a:t>
            </a:r>
            <a:endParaRPr lang="en-US" altLang="ko-KR" sz="1600" dirty="0">
              <a:latin typeface="+mn-ea"/>
            </a:endParaRPr>
          </a:p>
          <a:p>
            <a:pPr marL="1269365" lvl="2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ko-KR" altLang="en-US" sz="1600" i="1" dirty="0">
                <a:latin typeface="+mn-ea"/>
              </a:rPr>
              <a:t>대체 가능 함</a:t>
            </a:r>
            <a:endParaRPr lang="en-US" altLang="ko-KR" sz="1600" dirty="0">
              <a:latin typeface="+mn-ea"/>
            </a:endParaRP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en-US" altLang="ko-KR" sz="1600" dirty="0">
                <a:latin typeface="+mn-ea"/>
              </a:rPr>
              <a:t>1-2.</a:t>
            </a:r>
            <a:r>
              <a:rPr lang="ko-KR" altLang="en-US" sz="1600" dirty="0">
                <a:latin typeface="+mn-ea"/>
              </a:rPr>
              <a:t> </a:t>
            </a:r>
            <a:r>
              <a:rPr lang="en-US" altLang="ko-KR" sz="1600" dirty="0" err="1">
                <a:latin typeface="+mn-ea"/>
              </a:rPr>
              <a:t>Ms</a:t>
            </a:r>
            <a:r>
              <a:rPr lang="en-US" altLang="ko-KR" sz="1600" dirty="0">
                <a:latin typeface="+mn-ea"/>
              </a:rPr>
              <a:t> coco </a:t>
            </a:r>
            <a:r>
              <a:rPr lang="ko-KR" altLang="en-US" sz="1600" dirty="0">
                <a:latin typeface="+mn-ea"/>
              </a:rPr>
              <a:t>훈련데이터 기준 검출 객체 </a:t>
            </a:r>
            <a:r>
              <a:rPr lang="en-US" altLang="ko-KR" sz="1600" dirty="0">
                <a:latin typeface="+mn-ea"/>
              </a:rPr>
              <a:t>(Classes) : 80</a:t>
            </a:r>
            <a:r>
              <a:rPr lang="ko-KR" altLang="en-US" sz="1600" dirty="0">
                <a:latin typeface="+mn-ea"/>
              </a:rPr>
              <a:t>가지 객체 검출 기능</a:t>
            </a:r>
            <a:endParaRPr lang="en-US" altLang="ko-KR" sz="1600" dirty="0">
              <a:latin typeface="+mn-ea"/>
            </a:endParaRPr>
          </a:p>
          <a:p>
            <a:pPr marL="1269365" lvl="2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ko-KR" altLang="en-US" sz="1600" i="1" dirty="0">
                <a:latin typeface="+mn-ea"/>
              </a:rPr>
              <a:t>대체 가능 함</a:t>
            </a:r>
            <a:endParaRPr lang="en-US" altLang="ko-KR" sz="1600" i="1" dirty="0">
              <a:latin typeface="+mn-ea"/>
            </a:endParaRP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en-US" altLang="ko-KR" sz="1600" dirty="0">
                <a:latin typeface="+mn-ea"/>
              </a:rPr>
              <a:t>1-3.</a:t>
            </a:r>
            <a:r>
              <a:rPr lang="ko-KR" altLang="en-US" sz="1600" dirty="0">
                <a:latin typeface="+mn-ea"/>
              </a:rPr>
              <a:t> 한 종류의 객체를 동일한 객체로 가능한 </a:t>
            </a:r>
            <a:r>
              <a:rPr lang="en-US" altLang="ko-KR" sz="1600" dirty="0">
                <a:latin typeface="+mn-ea"/>
              </a:rPr>
              <a:t>Change Detection</a:t>
            </a: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en-US" altLang="ko-KR" sz="1600" dirty="0">
                <a:latin typeface="+mn-ea"/>
                <a:cs typeface="Gulim"/>
              </a:rPr>
              <a:t>1-4.</a:t>
            </a:r>
            <a:r>
              <a:rPr lang="ko-KR" altLang="en-US" sz="1600" dirty="0">
                <a:latin typeface="+mn-ea"/>
                <a:cs typeface="Gulim"/>
              </a:rPr>
              <a:t> 게시를 위한 </a:t>
            </a:r>
            <a:r>
              <a:rPr lang="en-US" altLang="ko-Kore-KR" sz="1600" dirty="0">
                <a:latin typeface="+mn-ea"/>
                <a:cs typeface="Gulim"/>
              </a:rPr>
              <a:t>HTTP</a:t>
            </a:r>
            <a:r>
              <a:rPr lang="ko-KR" altLang="en-US" sz="1600" dirty="0">
                <a:latin typeface="+mn-ea"/>
                <a:cs typeface="Gulim"/>
              </a:rPr>
              <a:t> </a:t>
            </a:r>
            <a:r>
              <a:rPr lang="en-US" altLang="ko-KR" sz="1600" dirty="0" err="1">
                <a:latin typeface="+mn-ea"/>
                <a:cs typeface="Gulim"/>
              </a:rPr>
              <a:t>Restfull</a:t>
            </a:r>
            <a:r>
              <a:rPr lang="en-US" altLang="ko-KR" sz="1600" dirty="0">
                <a:latin typeface="+mn-ea"/>
                <a:cs typeface="Gulim"/>
              </a:rPr>
              <a:t> API </a:t>
            </a:r>
            <a:r>
              <a:rPr lang="ko-KR" altLang="en-US" sz="1600" dirty="0">
                <a:latin typeface="+mn-ea"/>
                <a:cs typeface="Gulim"/>
              </a:rPr>
              <a:t>사용</a:t>
            </a:r>
            <a:r>
              <a:rPr lang="en-US" altLang="ko-KR" sz="1600" dirty="0">
                <a:latin typeface="+mn-ea"/>
                <a:cs typeface="Gulim"/>
              </a:rPr>
              <a:t>(</a:t>
            </a:r>
            <a:r>
              <a:rPr lang="ko-KR" altLang="en-US" sz="1600" dirty="0">
                <a:latin typeface="+mn-ea"/>
                <a:cs typeface="Gulim"/>
              </a:rPr>
              <a:t>공통</a:t>
            </a:r>
            <a:r>
              <a:rPr lang="en-US" altLang="ko-KR" sz="1600" dirty="0">
                <a:latin typeface="+mn-ea"/>
                <a:cs typeface="Gulim"/>
              </a:rPr>
              <a:t>)</a:t>
            </a: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en-US" altLang="ko-KR" sz="1600" dirty="0">
                <a:latin typeface="+mn-ea"/>
                <a:cs typeface="Gulim"/>
              </a:rPr>
              <a:t>1-5.</a:t>
            </a:r>
            <a:r>
              <a:rPr lang="ko-KR" altLang="en-US" sz="1600" dirty="0">
                <a:latin typeface="+mn-ea"/>
                <a:cs typeface="Gulim"/>
              </a:rPr>
              <a:t> 추가기능</a:t>
            </a:r>
            <a:endParaRPr lang="en-US" altLang="ko-KR" sz="1600" dirty="0">
              <a:latin typeface="+mn-ea"/>
              <a:cs typeface="Gulim"/>
            </a:endParaRP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endParaRPr lang="en-US" altLang="ko-KR" sz="900" dirty="0">
              <a:latin typeface="+mn-ea"/>
            </a:endParaRPr>
          </a:p>
          <a:p>
            <a:pPr marL="299085" indent="-287020"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r>
              <a:rPr lang="en-US" altLang="ko-KR" sz="1600" spc="-5" dirty="0">
                <a:solidFill>
                  <a:srgbClr val="558ED5"/>
                </a:solidFill>
                <a:latin typeface="+mn-ea"/>
                <a:cs typeface="Malgun Gothic"/>
              </a:rPr>
              <a:t>2.</a:t>
            </a:r>
            <a:r>
              <a:rPr lang="ko-KR" altLang="en-US" sz="1600" spc="-5" dirty="0">
                <a:solidFill>
                  <a:srgbClr val="558ED5"/>
                </a:solidFill>
                <a:latin typeface="+mn-ea"/>
                <a:cs typeface="Malgun Gothic"/>
              </a:rPr>
              <a:t> </a:t>
            </a:r>
            <a:r>
              <a:rPr lang="en-US" sz="1600" spc="-5" dirty="0">
                <a:solidFill>
                  <a:srgbClr val="558ED5"/>
                </a:solidFill>
                <a:latin typeface="+mn-ea"/>
                <a:cs typeface="Malgun Gothic"/>
              </a:rPr>
              <a:t>Service System(Python, Django </a:t>
            </a:r>
            <a:r>
              <a:rPr lang="ko-KR" altLang="en-US" sz="1600" spc="-5" dirty="0">
                <a:solidFill>
                  <a:srgbClr val="558ED5"/>
                </a:solidFill>
                <a:latin typeface="+mn-ea"/>
                <a:cs typeface="Malgun Gothic"/>
              </a:rPr>
              <a:t>기반</a:t>
            </a:r>
            <a:r>
              <a:rPr lang="en-US" altLang="ko-KR" sz="1600" spc="-5" dirty="0">
                <a:solidFill>
                  <a:srgbClr val="558ED5"/>
                </a:solidFill>
                <a:latin typeface="+mn-ea"/>
                <a:cs typeface="Malgun Gothic"/>
              </a:rPr>
              <a:t>,</a:t>
            </a:r>
            <a:r>
              <a:rPr lang="ko-KR" altLang="en-US" sz="1600" spc="-5" dirty="0">
                <a:solidFill>
                  <a:srgbClr val="558ED5"/>
                </a:solidFill>
                <a:latin typeface="+mn-ea"/>
                <a:cs typeface="Malgun Gothic"/>
              </a:rPr>
              <a:t> </a:t>
            </a:r>
            <a:r>
              <a:rPr lang="en-US" altLang="ko-KR" sz="1600" spc="-5" dirty="0" err="1">
                <a:solidFill>
                  <a:srgbClr val="558ED5"/>
                </a:solidFill>
                <a:latin typeface="+mn-ea"/>
                <a:cs typeface="Malgun Gothic"/>
              </a:rPr>
              <a:t>Pythonanywhere</a:t>
            </a:r>
            <a:r>
              <a:rPr lang="en-US" altLang="ko-KR" sz="1600" spc="-5" dirty="0">
                <a:solidFill>
                  <a:srgbClr val="558ED5"/>
                </a:solidFill>
                <a:latin typeface="+mn-ea"/>
                <a:cs typeface="Malgun Gothic"/>
              </a:rPr>
              <a:t> </a:t>
            </a:r>
            <a:r>
              <a:rPr lang="ko-KR" altLang="en-US" sz="1600" spc="-5" dirty="0">
                <a:solidFill>
                  <a:srgbClr val="558ED5"/>
                </a:solidFill>
                <a:latin typeface="+mn-ea"/>
                <a:cs typeface="Malgun Gothic"/>
              </a:rPr>
              <a:t>클라우드상 서비스 구동</a:t>
            </a:r>
            <a:r>
              <a:rPr lang="en-US" altLang="ko-KR" sz="1600" spc="-5" dirty="0">
                <a:solidFill>
                  <a:srgbClr val="558ED5"/>
                </a:solidFill>
                <a:latin typeface="+mn-ea"/>
                <a:cs typeface="Malgun Gothic"/>
              </a:rPr>
              <a:t>,</a:t>
            </a:r>
            <a:r>
              <a:rPr lang="ko-KR" altLang="en-US" sz="1600" spc="-5" dirty="0">
                <a:solidFill>
                  <a:srgbClr val="558ED5"/>
                </a:solidFill>
                <a:latin typeface="+mn-ea"/>
                <a:cs typeface="Malgun Gothic"/>
              </a:rPr>
              <a:t> 일부 확장 기능 가능</a:t>
            </a:r>
            <a:r>
              <a:rPr lang="en-US" sz="1600" spc="-5" dirty="0">
                <a:solidFill>
                  <a:srgbClr val="558ED5"/>
                </a:solidFill>
                <a:latin typeface="+mn-ea"/>
                <a:cs typeface="Malgun Gothic"/>
              </a:rPr>
              <a:t>)</a:t>
            </a:r>
            <a:endParaRPr sz="1600" dirty="0">
              <a:latin typeface="+mn-ea"/>
              <a:cs typeface="Malgun Gothic"/>
            </a:endParaRP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en-US" altLang="ko-KR" sz="1600" dirty="0">
                <a:latin typeface="+mn-ea"/>
              </a:rPr>
              <a:t>2-1.</a:t>
            </a:r>
            <a:r>
              <a:rPr lang="ko-KR" altLang="en-US" sz="1600" dirty="0">
                <a:latin typeface="+mn-ea"/>
              </a:rPr>
              <a:t> 사용자 보안 기능</a:t>
            </a:r>
            <a:r>
              <a:rPr lang="en-US" altLang="ko-KR" sz="1600" dirty="0">
                <a:latin typeface="+mn-ea"/>
              </a:rPr>
              <a:t>(</a:t>
            </a:r>
            <a:r>
              <a:rPr lang="ko-KR" altLang="en-US" sz="1600" dirty="0">
                <a:latin typeface="+mn-ea"/>
              </a:rPr>
              <a:t>보안키를 이용한 로그인</a:t>
            </a:r>
            <a:r>
              <a:rPr lang="en-US" altLang="ko-KR" sz="1600" dirty="0">
                <a:latin typeface="+mn-ea"/>
              </a:rPr>
              <a:t>,</a:t>
            </a:r>
            <a:r>
              <a:rPr lang="ko-KR" altLang="en-US" sz="1600" dirty="0">
                <a:latin typeface="+mn-ea"/>
              </a:rPr>
              <a:t> 공통</a:t>
            </a:r>
            <a:r>
              <a:rPr lang="en-US" altLang="ko-KR" sz="1600" dirty="0">
                <a:latin typeface="+mn-ea"/>
              </a:rPr>
              <a:t>)</a:t>
            </a: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en-US" altLang="ko-KR" sz="1600" dirty="0">
                <a:latin typeface="+mn-ea"/>
              </a:rPr>
              <a:t>2-2.</a:t>
            </a:r>
            <a:r>
              <a:rPr lang="ko-KR" altLang="en-US" sz="1600" dirty="0">
                <a:latin typeface="+mn-ea"/>
              </a:rPr>
              <a:t> </a:t>
            </a:r>
            <a:r>
              <a:rPr lang="en-US" altLang="ko-KR" sz="1600" dirty="0">
                <a:latin typeface="+mn-ea"/>
              </a:rPr>
              <a:t>Image</a:t>
            </a:r>
            <a:r>
              <a:rPr lang="en-US" altLang="ko-KR" sz="1600" dirty="0">
                <a:latin typeface="+mn-ea"/>
                <a:cs typeface="Gulim"/>
              </a:rPr>
              <a:t> </a:t>
            </a:r>
            <a:r>
              <a:rPr lang="en-US" altLang="ko-KR" sz="1600" dirty="0">
                <a:latin typeface="+mn-ea"/>
              </a:rPr>
              <a:t>Blog</a:t>
            </a:r>
            <a:r>
              <a:rPr lang="en-US" altLang="ko-KR" sz="1600" dirty="0">
                <a:latin typeface="+mn-ea"/>
                <a:cs typeface="Gulim"/>
              </a:rPr>
              <a:t> </a:t>
            </a:r>
            <a:r>
              <a:rPr lang="ko-KR" altLang="en-US" sz="1600" dirty="0">
                <a:latin typeface="+mn-ea"/>
                <a:cs typeface="Gulim"/>
              </a:rPr>
              <a:t>및 </a:t>
            </a:r>
            <a:r>
              <a:rPr lang="ko-KR" altLang="en-US" sz="1600" dirty="0">
                <a:latin typeface="+mn-ea"/>
              </a:rPr>
              <a:t>관리</a:t>
            </a:r>
            <a:r>
              <a:rPr lang="ko-KR" altLang="en-US" sz="1600" dirty="0">
                <a:latin typeface="+mn-ea"/>
                <a:cs typeface="Gulim"/>
              </a:rPr>
              <a:t> 기능</a:t>
            </a:r>
            <a:r>
              <a:rPr lang="en-US" altLang="ko-KR" sz="1600" dirty="0">
                <a:latin typeface="+mn-ea"/>
                <a:cs typeface="Gulim"/>
              </a:rPr>
              <a:t>(</a:t>
            </a:r>
            <a:r>
              <a:rPr lang="ko-KR" altLang="en-US" sz="1600" dirty="0">
                <a:latin typeface="+mn-ea"/>
              </a:rPr>
              <a:t>공통</a:t>
            </a:r>
            <a:r>
              <a:rPr lang="en-US" altLang="ko-KR" sz="1600" dirty="0">
                <a:latin typeface="+mn-ea"/>
                <a:cs typeface="Gulim"/>
              </a:rPr>
              <a:t>,</a:t>
            </a:r>
            <a:r>
              <a:rPr lang="ko-KR" altLang="en-US" sz="1600" dirty="0">
                <a:latin typeface="+mn-ea"/>
                <a:cs typeface="Gulim"/>
              </a:rPr>
              <a:t> 일부 확장 기능 가능</a:t>
            </a:r>
            <a:r>
              <a:rPr lang="en-US" altLang="ko-KR" sz="1600" dirty="0">
                <a:latin typeface="+mn-ea"/>
                <a:cs typeface="Gulim"/>
              </a:rPr>
              <a:t>)</a:t>
            </a: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en-US" altLang="ko-KR" sz="1600" dirty="0">
                <a:latin typeface="+mn-ea"/>
                <a:cs typeface="Gulim"/>
              </a:rPr>
              <a:t>2-3.</a:t>
            </a:r>
            <a:r>
              <a:rPr lang="ko-KR" altLang="en-US" sz="1600" dirty="0">
                <a:latin typeface="+mn-ea"/>
                <a:cs typeface="Gulim"/>
              </a:rPr>
              <a:t> 게시를 위한 </a:t>
            </a:r>
            <a:r>
              <a:rPr lang="en-US" sz="1600" dirty="0">
                <a:latin typeface="+mn-ea"/>
                <a:cs typeface="Gulim"/>
              </a:rPr>
              <a:t>HTTP</a:t>
            </a:r>
            <a:r>
              <a:rPr lang="ko-KR" altLang="en-US" sz="1600" dirty="0">
                <a:latin typeface="+mn-ea"/>
                <a:cs typeface="Gulim"/>
              </a:rPr>
              <a:t> </a:t>
            </a:r>
            <a:r>
              <a:rPr lang="en-US" altLang="ko-KR" sz="1600" dirty="0">
                <a:latin typeface="+mn-ea"/>
                <a:cs typeface="Gulim"/>
              </a:rPr>
              <a:t>Restful API </a:t>
            </a:r>
            <a:r>
              <a:rPr lang="ko-KR" altLang="en-US" sz="1600" dirty="0">
                <a:latin typeface="+mn-ea"/>
                <a:cs typeface="Gulim"/>
              </a:rPr>
              <a:t>제공</a:t>
            </a:r>
            <a:r>
              <a:rPr lang="en-US" altLang="ko-KR" sz="1600" dirty="0">
                <a:latin typeface="+mn-ea"/>
                <a:cs typeface="Gulim"/>
              </a:rPr>
              <a:t>(</a:t>
            </a:r>
            <a:r>
              <a:rPr lang="ko-KR" altLang="en-US" sz="1600" dirty="0">
                <a:latin typeface="+mn-ea"/>
                <a:cs typeface="Gulim"/>
              </a:rPr>
              <a:t>공통</a:t>
            </a:r>
            <a:r>
              <a:rPr lang="en-US" altLang="ko-KR" sz="1600" dirty="0">
                <a:latin typeface="+mn-ea"/>
                <a:cs typeface="Gulim"/>
              </a:rPr>
              <a:t>)</a:t>
            </a: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en-US" altLang="ko-KR" sz="1600" dirty="0">
                <a:latin typeface="+mn-ea"/>
                <a:cs typeface="Gulim"/>
              </a:rPr>
              <a:t>2-4.</a:t>
            </a:r>
            <a:r>
              <a:rPr lang="ko-KR" altLang="en-US" sz="1600" dirty="0">
                <a:latin typeface="+mn-ea"/>
                <a:cs typeface="Gulim"/>
              </a:rPr>
              <a:t> </a:t>
            </a:r>
            <a:r>
              <a:rPr lang="en-US" altLang="ko-KR" sz="1600" dirty="0">
                <a:latin typeface="+mn-ea"/>
                <a:cs typeface="Gulim"/>
              </a:rPr>
              <a:t>Image</a:t>
            </a:r>
            <a:r>
              <a:rPr lang="ko-KR" altLang="en-US" sz="1600" dirty="0">
                <a:latin typeface="+mn-ea"/>
                <a:cs typeface="Gulim"/>
              </a:rPr>
              <a:t> 목록</a:t>
            </a:r>
            <a:r>
              <a:rPr lang="en-US" altLang="ko-KR" sz="1600" dirty="0">
                <a:latin typeface="+mn-ea"/>
                <a:cs typeface="Gulim"/>
              </a:rPr>
              <a:t>,</a:t>
            </a:r>
            <a:r>
              <a:rPr lang="ko-KR" altLang="en-US" sz="1600" dirty="0">
                <a:latin typeface="+mn-ea"/>
                <a:cs typeface="Gulim"/>
              </a:rPr>
              <a:t> 획득을 위한 </a:t>
            </a:r>
            <a:r>
              <a:rPr lang="en-US" altLang="ko-Kore-KR" sz="1600" dirty="0">
                <a:latin typeface="+mn-ea"/>
                <a:cs typeface="Gulim"/>
              </a:rPr>
              <a:t>HTTP</a:t>
            </a:r>
            <a:r>
              <a:rPr lang="ko-KR" altLang="en-US" sz="1600" dirty="0">
                <a:latin typeface="+mn-ea"/>
                <a:cs typeface="Gulim"/>
              </a:rPr>
              <a:t> </a:t>
            </a:r>
            <a:r>
              <a:rPr lang="en-US" altLang="ko-KR" sz="1600" dirty="0" err="1">
                <a:latin typeface="+mn-ea"/>
                <a:cs typeface="Gulim"/>
              </a:rPr>
              <a:t>Restfull</a:t>
            </a:r>
            <a:r>
              <a:rPr lang="en-US" altLang="ko-KR" sz="1600" dirty="0">
                <a:latin typeface="+mn-ea"/>
                <a:cs typeface="Gulim"/>
              </a:rPr>
              <a:t> API </a:t>
            </a:r>
            <a:r>
              <a:rPr lang="ko-KR" altLang="en-US" sz="1600" dirty="0">
                <a:latin typeface="+mn-ea"/>
                <a:cs typeface="Gulim"/>
              </a:rPr>
              <a:t>제공</a:t>
            </a:r>
            <a:r>
              <a:rPr lang="en-US" altLang="ko-KR" sz="1600" dirty="0">
                <a:latin typeface="+mn-ea"/>
                <a:cs typeface="Gulim"/>
              </a:rPr>
              <a:t>(</a:t>
            </a:r>
            <a:r>
              <a:rPr lang="ko-KR" altLang="en-US" sz="1600" dirty="0">
                <a:latin typeface="+mn-ea"/>
                <a:cs typeface="Gulim"/>
              </a:rPr>
              <a:t>신규 추가 필요</a:t>
            </a:r>
            <a:r>
              <a:rPr lang="en-US" altLang="ko-KR" sz="1600" dirty="0">
                <a:latin typeface="+mn-ea"/>
                <a:cs typeface="Gulim"/>
              </a:rPr>
              <a:t>)</a:t>
            </a: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en-US" altLang="ko-KR" sz="1600" dirty="0">
                <a:latin typeface="+mn-ea"/>
                <a:cs typeface="Gulim"/>
              </a:rPr>
              <a:t>2-5.</a:t>
            </a:r>
            <a:r>
              <a:rPr lang="ko-KR" altLang="en-US" sz="1600" dirty="0">
                <a:latin typeface="+mn-ea"/>
                <a:cs typeface="Gulim"/>
              </a:rPr>
              <a:t> 추가 기능</a:t>
            </a:r>
            <a:endParaRPr lang="en-US" altLang="ko-KR" sz="1600" dirty="0">
              <a:latin typeface="+mn-ea"/>
              <a:cs typeface="Gulim"/>
            </a:endParaRP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endParaRPr lang="en-US" altLang="ko-KR" sz="900" dirty="0">
              <a:latin typeface="+mn-ea"/>
              <a:cs typeface="Gulim"/>
            </a:endParaRPr>
          </a:p>
          <a:p>
            <a:pPr marL="299085" indent="-287020"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r>
              <a:rPr lang="en-US" altLang="ko-KR" sz="1600" spc="-5" dirty="0">
                <a:solidFill>
                  <a:srgbClr val="558ED5"/>
                </a:solidFill>
                <a:latin typeface="+mn-ea"/>
                <a:cs typeface="Malgun Gothic"/>
              </a:rPr>
              <a:t>3.</a:t>
            </a:r>
            <a:r>
              <a:rPr lang="ko-KR" altLang="en-US" sz="1600" spc="-5" dirty="0">
                <a:solidFill>
                  <a:srgbClr val="558ED5"/>
                </a:solidFill>
                <a:latin typeface="+mn-ea"/>
                <a:cs typeface="Malgun Gothic"/>
              </a:rPr>
              <a:t> </a:t>
            </a:r>
            <a:r>
              <a:rPr lang="en-US" altLang="ko-Kore-KR" sz="1600" spc="-5" dirty="0">
                <a:solidFill>
                  <a:srgbClr val="558ED5"/>
                </a:solidFill>
                <a:latin typeface="+mn-ea"/>
                <a:cs typeface="Malgun Gothic"/>
              </a:rPr>
              <a:t>Client System(Android, Native App</a:t>
            </a:r>
            <a:r>
              <a:rPr lang="en-US" altLang="ko-KR" sz="1600" spc="-5" dirty="0">
                <a:solidFill>
                  <a:srgbClr val="558ED5"/>
                </a:solidFill>
                <a:latin typeface="+mn-ea"/>
                <a:cs typeface="Malgun Gothic"/>
              </a:rPr>
              <a:t>,</a:t>
            </a:r>
            <a:r>
              <a:rPr lang="ko-KR" altLang="en-US" sz="1600" spc="-5" dirty="0">
                <a:solidFill>
                  <a:srgbClr val="558ED5"/>
                </a:solidFill>
                <a:latin typeface="+mn-ea"/>
                <a:cs typeface="Malgun Gothic"/>
              </a:rPr>
              <a:t> 개별 제안</a:t>
            </a:r>
            <a:r>
              <a:rPr lang="en-US" altLang="ko-KR" sz="1600" spc="-5" dirty="0">
                <a:solidFill>
                  <a:srgbClr val="558ED5"/>
                </a:solidFill>
                <a:latin typeface="+mn-ea"/>
                <a:cs typeface="Malgun Gothic"/>
              </a:rPr>
              <a:t>)</a:t>
            </a:r>
            <a:endParaRPr lang="ko-KR" altLang="en-US" sz="1600" dirty="0">
              <a:latin typeface="+mn-ea"/>
              <a:cs typeface="Malgun Gothic"/>
            </a:endParaRP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en-US" altLang="ko-KR" sz="1600" dirty="0">
                <a:latin typeface="+mn-ea"/>
                <a:cs typeface="Gulim"/>
              </a:rPr>
              <a:t>3.1.</a:t>
            </a:r>
            <a:r>
              <a:rPr lang="ko-KR" altLang="en-US" sz="1600" dirty="0">
                <a:latin typeface="+mn-ea"/>
                <a:cs typeface="Gulim"/>
              </a:rPr>
              <a:t> </a:t>
            </a:r>
            <a:r>
              <a:rPr lang="en-US" altLang="ko-KR" sz="1600" dirty="0">
                <a:latin typeface="+mn-ea"/>
                <a:cs typeface="Gulim"/>
              </a:rPr>
              <a:t>Image list view </a:t>
            </a:r>
            <a:r>
              <a:rPr lang="ko-KR" altLang="en-US" sz="1600" dirty="0">
                <a:latin typeface="+mn-ea"/>
                <a:cs typeface="Gulim"/>
              </a:rPr>
              <a:t>기능</a:t>
            </a:r>
            <a:r>
              <a:rPr lang="en-US" altLang="ko-KR" sz="1600" dirty="0">
                <a:latin typeface="+mn-ea"/>
                <a:cs typeface="Gulim"/>
              </a:rPr>
              <a:t>(</a:t>
            </a:r>
            <a:r>
              <a:rPr lang="ko-KR" altLang="en-US" sz="1600" dirty="0">
                <a:latin typeface="+mn-ea"/>
                <a:cs typeface="Gulim"/>
              </a:rPr>
              <a:t>공통 기능</a:t>
            </a:r>
            <a:r>
              <a:rPr lang="en-US" altLang="ko-KR" sz="1600" dirty="0">
                <a:latin typeface="+mn-ea"/>
                <a:cs typeface="Gulim"/>
              </a:rPr>
              <a:t>,</a:t>
            </a:r>
            <a:r>
              <a:rPr lang="ko-KR" altLang="en-US" sz="1600" dirty="0">
                <a:latin typeface="+mn-ea"/>
                <a:cs typeface="Gulim"/>
              </a:rPr>
              <a:t> 개별 제안</a:t>
            </a:r>
            <a:r>
              <a:rPr lang="en-US" altLang="ko-KR" sz="1600" dirty="0">
                <a:latin typeface="+mn-ea"/>
                <a:cs typeface="Gulim"/>
              </a:rPr>
              <a:t>)</a:t>
            </a: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en-US" altLang="ko-KR" sz="1600" dirty="0">
                <a:latin typeface="+mn-ea"/>
                <a:cs typeface="Gulim"/>
              </a:rPr>
              <a:t>3.2.</a:t>
            </a:r>
            <a:r>
              <a:rPr lang="ko-KR" altLang="en-US" sz="1600" dirty="0">
                <a:latin typeface="+mn-ea"/>
                <a:cs typeface="Gulim"/>
              </a:rPr>
              <a:t> </a:t>
            </a:r>
            <a:r>
              <a:rPr lang="en-US" altLang="ko-KR" sz="1600" dirty="0">
                <a:latin typeface="+mn-ea"/>
                <a:cs typeface="Gulim"/>
              </a:rPr>
              <a:t>Image</a:t>
            </a:r>
            <a:r>
              <a:rPr lang="ko-KR" altLang="en-US" sz="1600" dirty="0">
                <a:latin typeface="+mn-ea"/>
                <a:cs typeface="Gulim"/>
              </a:rPr>
              <a:t> 목록</a:t>
            </a:r>
            <a:r>
              <a:rPr lang="en-US" altLang="ko-KR" sz="1600" dirty="0">
                <a:latin typeface="+mn-ea"/>
                <a:cs typeface="Gulim"/>
              </a:rPr>
              <a:t>,</a:t>
            </a:r>
            <a:r>
              <a:rPr lang="ko-KR" altLang="en-US" sz="1600" dirty="0">
                <a:latin typeface="+mn-ea"/>
                <a:cs typeface="Gulim"/>
              </a:rPr>
              <a:t> 획득을 위한 </a:t>
            </a:r>
            <a:r>
              <a:rPr lang="en-US" altLang="ko-Kore-KR" sz="1600" dirty="0">
                <a:latin typeface="+mn-ea"/>
                <a:cs typeface="Gulim"/>
              </a:rPr>
              <a:t>HTTP</a:t>
            </a:r>
            <a:r>
              <a:rPr lang="ko-KR" altLang="en-US" sz="1600" dirty="0">
                <a:latin typeface="+mn-ea"/>
                <a:cs typeface="Gulim"/>
              </a:rPr>
              <a:t> </a:t>
            </a:r>
            <a:r>
              <a:rPr lang="en-US" altLang="ko-KR" sz="1600" dirty="0" err="1">
                <a:latin typeface="+mn-ea"/>
                <a:cs typeface="Gulim"/>
              </a:rPr>
              <a:t>Restfull</a:t>
            </a:r>
            <a:r>
              <a:rPr lang="en-US" altLang="ko-KR" sz="1600" dirty="0">
                <a:latin typeface="+mn-ea"/>
                <a:cs typeface="Gulim"/>
              </a:rPr>
              <a:t> API </a:t>
            </a:r>
            <a:r>
              <a:rPr lang="ko-KR" altLang="en-US" sz="1600" dirty="0">
                <a:latin typeface="+mn-ea"/>
                <a:cs typeface="Gulim"/>
              </a:rPr>
              <a:t>사용</a:t>
            </a:r>
            <a:r>
              <a:rPr lang="en-US" altLang="ko-KR" sz="1600" dirty="0">
                <a:latin typeface="+mn-ea"/>
                <a:cs typeface="Gulim"/>
              </a:rPr>
              <a:t>(</a:t>
            </a:r>
            <a:r>
              <a:rPr lang="ko-KR" altLang="en-US" sz="1600" dirty="0">
                <a:latin typeface="+mn-ea"/>
                <a:cs typeface="Gulim"/>
              </a:rPr>
              <a:t>신규 추가 필요</a:t>
            </a:r>
            <a:r>
              <a:rPr lang="en-US" altLang="ko-KR" sz="1600" dirty="0">
                <a:latin typeface="+mn-ea"/>
                <a:cs typeface="Gulim"/>
              </a:rPr>
              <a:t>)</a:t>
            </a: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en-US" altLang="ko-KR" sz="1600" dirty="0">
                <a:latin typeface="+mn-ea"/>
                <a:cs typeface="Gulim"/>
              </a:rPr>
              <a:t>3.3.</a:t>
            </a:r>
            <a:r>
              <a:rPr lang="ko-KR" altLang="en-US" sz="1600" dirty="0">
                <a:latin typeface="+mn-ea"/>
                <a:cs typeface="Gulim"/>
              </a:rPr>
              <a:t> 공통기능 및 추가기능을 활용한 사용자 시나리오 및 </a:t>
            </a:r>
            <a:r>
              <a:rPr lang="en-US" altLang="ko-KR" sz="1600" dirty="0">
                <a:latin typeface="+mn-ea"/>
                <a:cs typeface="Gulim"/>
              </a:rPr>
              <a:t>UI </a:t>
            </a:r>
            <a:r>
              <a:rPr lang="ko-KR" altLang="en-US" sz="1600" dirty="0">
                <a:latin typeface="+mn-ea"/>
                <a:cs typeface="Gulim"/>
              </a:rPr>
              <a:t>제공</a:t>
            </a:r>
            <a:r>
              <a:rPr lang="en-US" altLang="ko-KR" sz="1600" dirty="0">
                <a:latin typeface="+mn-ea"/>
                <a:cs typeface="Gulim"/>
              </a:rPr>
              <a:t> (</a:t>
            </a:r>
            <a:r>
              <a:rPr lang="ko-KR" altLang="en-US" sz="1600" dirty="0">
                <a:latin typeface="+mn-ea"/>
                <a:cs typeface="Gulim"/>
              </a:rPr>
              <a:t>신규 추가 필요</a:t>
            </a:r>
            <a:r>
              <a:rPr lang="en-US" altLang="ko-KR" sz="1600" dirty="0">
                <a:latin typeface="+mn-ea"/>
                <a:cs typeface="Gulim"/>
              </a:rPr>
              <a:t>)</a:t>
            </a:r>
          </a:p>
          <a:p>
            <a:pPr marL="812165" lvl="1" indent="-34290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en-US" altLang="ko-KR" sz="1600" dirty="0">
                <a:latin typeface="+mn-ea"/>
                <a:cs typeface="Gulim"/>
              </a:rPr>
              <a:t>3-4.</a:t>
            </a:r>
            <a:r>
              <a:rPr lang="ko-KR" altLang="en-US" sz="1600" dirty="0">
                <a:latin typeface="+mn-ea"/>
                <a:cs typeface="Gulim"/>
              </a:rPr>
              <a:t> 추가 기능</a:t>
            </a:r>
            <a:endParaRPr lang="en-US" altLang="ko-KR" sz="1600" dirty="0">
              <a:latin typeface="+mn-ea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38221314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79658644-18C5-09E3-5A99-583969EAF2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5440" y="1639746"/>
            <a:ext cx="2030258" cy="2788687"/>
          </a:xfrm>
          <a:prstGeom prst="rect">
            <a:avLst/>
          </a:prstGeom>
        </p:spPr>
      </p:pic>
      <p:sp>
        <p:nvSpPr>
          <p:cNvPr id="36" name="모서리가 둥근 직사각형 35">
            <a:extLst>
              <a:ext uri="{FF2B5EF4-FFF2-40B4-BE49-F238E27FC236}">
                <a16:creationId xmlns:a16="http://schemas.microsoft.com/office/drawing/2014/main" id="{42AE3B60-BC96-6ABB-6C4A-5C973F50649C}"/>
              </a:ext>
            </a:extLst>
          </p:cNvPr>
          <p:cNvSpPr/>
          <p:nvPr/>
        </p:nvSpPr>
        <p:spPr>
          <a:xfrm>
            <a:off x="3534840" y="1715945"/>
            <a:ext cx="2151817" cy="2694749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1100" dirty="0"/>
          </a:p>
        </p:txBody>
      </p:sp>
      <p:sp>
        <p:nvSpPr>
          <p:cNvPr id="37" name="모서리가 둥근 직사각형 36">
            <a:extLst>
              <a:ext uri="{FF2B5EF4-FFF2-40B4-BE49-F238E27FC236}">
                <a16:creationId xmlns:a16="http://schemas.microsoft.com/office/drawing/2014/main" id="{611206EA-D141-C3C0-2DFF-A03FD7DA0CF1}"/>
              </a:ext>
            </a:extLst>
          </p:cNvPr>
          <p:cNvSpPr/>
          <p:nvPr/>
        </p:nvSpPr>
        <p:spPr>
          <a:xfrm>
            <a:off x="1533681" y="1715997"/>
            <a:ext cx="1562562" cy="2694749"/>
          </a:xfrm>
          <a:prstGeom prst="round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ore-KR" altLang="en-US" sz="1100" dirty="0"/>
          </a:p>
        </p:txBody>
      </p:sp>
      <p:sp>
        <p:nvSpPr>
          <p:cNvPr id="2" name="object 2"/>
          <p:cNvSpPr txBox="1"/>
          <p:nvPr/>
        </p:nvSpPr>
        <p:spPr>
          <a:xfrm>
            <a:off x="1208504" y="6486875"/>
            <a:ext cx="17056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Image </a:t>
            </a:r>
            <a:r>
              <a:rPr sz="1400" b="1" spc="-5" dirty="0">
                <a:solidFill>
                  <a:srgbClr val="1F497D"/>
                </a:solidFill>
                <a:latin typeface="Times New Roman"/>
                <a:cs typeface="Times New Roman"/>
              </a:rPr>
              <a:t>Processing</a:t>
            </a:r>
            <a:r>
              <a:rPr sz="1400" b="1" spc="-70" dirty="0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Lab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4040" y="609888"/>
            <a:ext cx="5293360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ko-KR" altLang="en-US" dirty="0">
                <a:latin typeface="Times New Roman"/>
                <a:cs typeface="Times New Roman"/>
              </a:rPr>
              <a:t>시스템 구성도</a:t>
            </a:r>
            <a:endParaRPr i="1" dirty="0">
              <a:solidFill>
                <a:srgbClr val="FF0000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4040" y="1124817"/>
            <a:ext cx="8874760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r>
              <a:rPr lang="ko-KR" altLang="en-US" sz="2000" spc="-5" dirty="0">
                <a:solidFill>
                  <a:srgbClr val="558ED5"/>
                </a:solidFill>
                <a:latin typeface="+mn-ea"/>
                <a:cs typeface="Malgun Gothic"/>
              </a:rPr>
              <a:t>시스템 구성도</a:t>
            </a:r>
            <a:endParaRPr sz="2000" dirty="0">
              <a:latin typeface="+mn-ea"/>
              <a:cs typeface="Malgun Gothic"/>
            </a:endParaRPr>
          </a:p>
        </p:txBody>
      </p:sp>
      <p:pic>
        <p:nvPicPr>
          <p:cNvPr id="21" name="Picture 12" descr="D:\Daum_Cloud\DaumCloud\20131220_스마트 협업테이블\01. Images\DL380G7.png">
            <a:extLst>
              <a:ext uri="{FF2B5EF4-FFF2-40B4-BE49-F238E27FC236}">
                <a16:creationId xmlns:a16="http://schemas.microsoft.com/office/drawing/2014/main" id="{AE4E6DFE-0A9A-FA71-DD2D-D6F77FEC01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6938" y="3834443"/>
            <a:ext cx="1295972" cy="624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12" descr="D:\Daum_Cloud\DaumCloud\20131220_스마트 협업테이블\01. Images\DL380G7.png">
            <a:extLst>
              <a:ext uri="{FF2B5EF4-FFF2-40B4-BE49-F238E27FC236}">
                <a16:creationId xmlns:a16="http://schemas.microsoft.com/office/drawing/2014/main" id="{0F63D4D9-953B-2D1F-BFAF-1B1E31D2E3D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0350" y="3769749"/>
            <a:ext cx="1280543" cy="6247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535AF7C-5A98-242D-DB01-7C8B35B6A2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2982" y="3915019"/>
            <a:ext cx="522801" cy="463550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9DDEE88C-C676-BE47-3735-11C43C5A12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5637" y="3130947"/>
            <a:ext cx="870999" cy="870999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3C631D6F-1A75-37D5-AD9C-77A50F1EF4B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14968" y="1720370"/>
            <a:ext cx="971309" cy="647540"/>
          </a:xfrm>
          <a:prstGeom prst="rect">
            <a:avLst/>
          </a:prstGeom>
        </p:spPr>
      </p:pic>
      <p:pic>
        <p:nvPicPr>
          <p:cNvPr id="23" name="그림 22" descr="텍스트, 실외이(가) 표시된 사진&#10;&#10;자동 생성된 설명">
            <a:extLst>
              <a:ext uri="{FF2B5EF4-FFF2-40B4-BE49-F238E27FC236}">
                <a16:creationId xmlns:a16="http://schemas.microsoft.com/office/drawing/2014/main" id="{45C8DEC8-D18A-68DD-CD36-BF39CE9D8FC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0292" y="1857264"/>
            <a:ext cx="436762" cy="294920"/>
          </a:xfrm>
          <a:prstGeom prst="rect">
            <a:avLst/>
          </a:prstGeom>
        </p:spPr>
      </p:pic>
      <p:sp>
        <p:nvSpPr>
          <p:cNvPr id="24" name="모서리가 둥근 직사각형 23">
            <a:extLst>
              <a:ext uri="{FF2B5EF4-FFF2-40B4-BE49-F238E27FC236}">
                <a16:creationId xmlns:a16="http://schemas.microsoft.com/office/drawing/2014/main" id="{43E3AD6F-2BEC-050F-6ABD-67996DB94D9B}"/>
              </a:ext>
            </a:extLst>
          </p:cNvPr>
          <p:cNvSpPr/>
          <p:nvPr/>
        </p:nvSpPr>
        <p:spPr>
          <a:xfrm>
            <a:off x="1653707" y="2241213"/>
            <a:ext cx="1272785" cy="52985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1100" dirty="0"/>
              <a:t>Change Detection</a:t>
            </a:r>
            <a:endParaRPr kumimoji="1" lang="ko-Kore-KR" altLang="en-US" sz="1100" dirty="0"/>
          </a:p>
        </p:txBody>
      </p:sp>
      <p:sp>
        <p:nvSpPr>
          <p:cNvPr id="25" name="모서리가 둥근 직사각형 24">
            <a:extLst>
              <a:ext uri="{FF2B5EF4-FFF2-40B4-BE49-F238E27FC236}">
                <a16:creationId xmlns:a16="http://schemas.microsoft.com/office/drawing/2014/main" id="{60186F94-C34A-B6E9-3EE6-4D66A3B4FDC6}"/>
              </a:ext>
            </a:extLst>
          </p:cNvPr>
          <p:cNvSpPr/>
          <p:nvPr/>
        </p:nvSpPr>
        <p:spPr>
          <a:xfrm>
            <a:off x="3624177" y="2444516"/>
            <a:ext cx="1368449" cy="785575"/>
          </a:xfrm>
          <a:prstGeom prst="roundRect">
            <a:avLst/>
          </a:prstGeom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1100" dirty="0"/>
              <a:t>Intruder Detection</a:t>
            </a:r>
          </a:p>
          <a:p>
            <a:pPr algn="ctr"/>
            <a:r>
              <a:rPr kumimoji="1" lang="en-US" altLang="ko-Kore-KR" sz="1100" dirty="0"/>
              <a:t>(Django blog)</a:t>
            </a:r>
            <a:endParaRPr kumimoji="1" lang="ko-Kore-KR" altLang="en-US" sz="1100" dirty="0"/>
          </a:p>
        </p:txBody>
      </p:sp>
      <p:pic>
        <p:nvPicPr>
          <p:cNvPr id="26" name="Picture 13" descr="D:\Daum_Cloud\DaumCloud\20131220_스마트 협업테이블\01. Images\Database_3.png">
            <a:extLst>
              <a:ext uri="{FF2B5EF4-FFF2-40B4-BE49-F238E27FC236}">
                <a16:creationId xmlns:a16="http://schemas.microsoft.com/office/drawing/2014/main" id="{962EA651-522D-9C86-C725-0861A92F5C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1065" y="5339181"/>
            <a:ext cx="594672" cy="6727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99ADB011-F4B9-BB74-494C-4666C7E714D8}"/>
              </a:ext>
            </a:extLst>
          </p:cNvPr>
          <p:cNvCxnSpPr>
            <a:cxnSpLocks/>
            <a:stCxn id="5" idx="3"/>
            <a:endCxn id="21" idx="1"/>
          </p:cNvCxnSpPr>
          <p:nvPr/>
        </p:nvCxnSpPr>
        <p:spPr>
          <a:xfrm>
            <a:off x="745783" y="4146794"/>
            <a:ext cx="87115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00D70550-21B4-3E41-19BF-039B07FE8DCC}"/>
              </a:ext>
            </a:extLst>
          </p:cNvPr>
          <p:cNvSpPr txBox="1"/>
          <p:nvPr/>
        </p:nvSpPr>
        <p:spPr>
          <a:xfrm>
            <a:off x="776998" y="3877116"/>
            <a:ext cx="49180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1200" dirty="0"/>
              <a:t>RTSP</a:t>
            </a:r>
            <a:endParaRPr kumimoji="1" lang="ko-Kore-KR" altLang="en-US" sz="1200" dirty="0"/>
          </a:p>
        </p:txBody>
      </p:sp>
      <p:cxnSp>
        <p:nvCxnSpPr>
          <p:cNvPr id="34" name="꺾인 연결선[E] 33">
            <a:extLst>
              <a:ext uri="{FF2B5EF4-FFF2-40B4-BE49-F238E27FC236}">
                <a16:creationId xmlns:a16="http://schemas.microsoft.com/office/drawing/2014/main" id="{9D1B64E9-B351-4B43-551D-F8B8F5CB930C}"/>
              </a:ext>
            </a:extLst>
          </p:cNvPr>
          <p:cNvCxnSpPr>
            <a:cxnSpLocks/>
            <a:stCxn id="24" idx="0"/>
            <a:endCxn id="9" idx="1"/>
          </p:cNvCxnSpPr>
          <p:nvPr/>
        </p:nvCxnSpPr>
        <p:spPr>
          <a:xfrm rot="5400000" flipH="1" flipV="1">
            <a:off x="2953998" y="1380243"/>
            <a:ext cx="197073" cy="152486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꺾인 연결선[E] 41">
            <a:extLst>
              <a:ext uri="{FF2B5EF4-FFF2-40B4-BE49-F238E27FC236}">
                <a16:creationId xmlns:a16="http://schemas.microsoft.com/office/drawing/2014/main" id="{B9B71CDA-9F6E-482A-5587-BB85509175DE}"/>
              </a:ext>
            </a:extLst>
          </p:cNvPr>
          <p:cNvCxnSpPr>
            <a:cxnSpLocks/>
          </p:cNvCxnSpPr>
          <p:nvPr/>
        </p:nvCxnSpPr>
        <p:spPr>
          <a:xfrm rot="16200000" flipH="1">
            <a:off x="3809815" y="4776249"/>
            <a:ext cx="979206" cy="3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7" name="그림 46">
            <a:extLst>
              <a:ext uri="{FF2B5EF4-FFF2-40B4-BE49-F238E27FC236}">
                <a16:creationId xmlns:a16="http://schemas.microsoft.com/office/drawing/2014/main" id="{91AC4C0C-D37A-9B30-37F3-932EFFED370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193984" y="2729720"/>
            <a:ext cx="431435" cy="414626"/>
          </a:xfrm>
          <a:prstGeom prst="rect">
            <a:avLst/>
          </a:prstGeom>
        </p:spPr>
      </p:pic>
      <p:pic>
        <p:nvPicPr>
          <p:cNvPr id="48" name="그림 47">
            <a:extLst>
              <a:ext uri="{FF2B5EF4-FFF2-40B4-BE49-F238E27FC236}">
                <a16:creationId xmlns:a16="http://schemas.microsoft.com/office/drawing/2014/main" id="{DAB7DE51-8636-F122-B35E-DF97F1590EE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133283" y="3168025"/>
            <a:ext cx="552835" cy="414626"/>
          </a:xfrm>
          <a:prstGeom prst="rect">
            <a:avLst/>
          </a:prstGeom>
        </p:spPr>
      </p:pic>
      <p:pic>
        <p:nvPicPr>
          <p:cNvPr id="49" name="그림 48">
            <a:extLst>
              <a:ext uri="{FF2B5EF4-FFF2-40B4-BE49-F238E27FC236}">
                <a16:creationId xmlns:a16="http://schemas.microsoft.com/office/drawing/2014/main" id="{D3796987-A85F-E381-8EB8-DE0569E371B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12744" y="2272107"/>
            <a:ext cx="395673" cy="414627"/>
          </a:xfrm>
          <a:prstGeom prst="rect">
            <a:avLst/>
          </a:prstGeom>
        </p:spPr>
      </p:pic>
      <p:pic>
        <p:nvPicPr>
          <p:cNvPr id="50" name="그림 49">
            <a:extLst>
              <a:ext uri="{FF2B5EF4-FFF2-40B4-BE49-F238E27FC236}">
                <a16:creationId xmlns:a16="http://schemas.microsoft.com/office/drawing/2014/main" id="{036151BF-7ED6-0715-36B9-4A83291C871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187800" y="1834718"/>
            <a:ext cx="421175" cy="414628"/>
          </a:xfrm>
          <a:prstGeom prst="rect">
            <a:avLst/>
          </a:prstGeom>
        </p:spPr>
      </p:pic>
      <p:pic>
        <p:nvPicPr>
          <p:cNvPr id="51" name="그림 50">
            <a:extLst>
              <a:ext uri="{FF2B5EF4-FFF2-40B4-BE49-F238E27FC236}">
                <a16:creationId xmlns:a16="http://schemas.microsoft.com/office/drawing/2014/main" id="{3008D9B9-9672-F9F7-B1C9-CE4987F78CE9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756885" y="2652870"/>
            <a:ext cx="660400" cy="660400"/>
          </a:xfrm>
          <a:prstGeom prst="rect">
            <a:avLst/>
          </a:prstGeom>
        </p:spPr>
      </p:pic>
      <p:cxnSp>
        <p:nvCxnSpPr>
          <p:cNvPr id="52" name="꺾인 연결선[E] 51">
            <a:extLst>
              <a:ext uri="{FF2B5EF4-FFF2-40B4-BE49-F238E27FC236}">
                <a16:creationId xmlns:a16="http://schemas.microsoft.com/office/drawing/2014/main" id="{ABCD8ECB-282A-6335-0B2A-8E0A1E5F558C}"/>
              </a:ext>
            </a:extLst>
          </p:cNvPr>
          <p:cNvCxnSpPr>
            <a:cxnSpLocks/>
            <a:stCxn id="9" idx="3"/>
            <a:endCxn id="50" idx="1"/>
          </p:cNvCxnSpPr>
          <p:nvPr/>
        </p:nvCxnSpPr>
        <p:spPr>
          <a:xfrm flipV="1">
            <a:off x="4786277" y="2042032"/>
            <a:ext cx="3401523" cy="2108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3FA01F47-3330-C635-0239-9C3660364D09}"/>
              </a:ext>
            </a:extLst>
          </p:cNvPr>
          <p:cNvSpPr txBox="1"/>
          <p:nvPr/>
        </p:nvSpPr>
        <p:spPr>
          <a:xfrm>
            <a:off x="2322381" y="1751885"/>
            <a:ext cx="123860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1200" dirty="0"/>
              <a:t>HTTP/Restful</a:t>
            </a:r>
            <a:r>
              <a:rPr kumimoji="1" lang="ko-KR" altLang="en-US" sz="1200" dirty="0"/>
              <a:t> </a:t>
            </a:r>
            <a:r>
              <a:rPr kumimoji="1" lang="en-US" altLang="ko-KR" sz="1200" dirty="0"/>
              <a:t>API</a:t>
            </a:r>
            <a:endParaRPr kumimoji="1" lang="ko-Kore-KR" altLang="en-US" sz="1200" dirty="0"/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E027E028-B68C-DDC5-6C75-D317B32B0A67}"/>
              </a:ext>
            </a:extLst>
          </p:cNvPr>
          <p:cNvSpPr txBox="1"/>
          <p:nvPr/>
        </p:nvSpPr>
        <p:spPr>
          <a:xfrm>
            <a:off x="5022204" y="1751884"/>
            <a:ext cx="5137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1200" dirty="0"/>
              <a:t>HTTP</a:t>
            </a:r>
            <a:endParaRPr kumimoji="1" lang="ko-Kore-KR" altLang="en-US" sz="1200" dirty="0"/>
          </a:p>
        </p:txBody>
      </p:sp>
      <p:cxnSp>
        <p:nvCxnSpPr>
          <p:cNvPr id="57" name="직선 화살표 연결선 56">
            <a:extLst>
              <a:ext uri="{FF2B5EF4-FFF2-40B4-BE49-F238E27FC236}">
                <a16:creationId xmlns:a16="http://schemas.microsoft.com/office/drawing/2014/main" id="{8EEF8602-A224-866A-BC31-E8089D5E3524}"/>
              </a:ext>
            </a:extLst>
          </p:cNvPr>
          <p:cNvCxnSpPr>
            <a:cxnSpLocks/>
            <a:stCxn id="25" idx="0"/>
          </p:cNvCxnSpPr>
          <p:nvPr/>
        </p:nvCxnSpPr>
        <p:spPr>
          <a:xfrm flipV="1">
            <a:off x="4308402" y="2135032"/>
            <a:ext cx="0" cy="30948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Box 59">
            <a:extLst>
              <a:ext uri="{FF2B5EF4-FFF2-40B4-BE49-F238E27FC236}">
                <a16:creationId xmlns:a16="http://schemas.microsoft.com/office/drawing/2014/main" id="{D51CDFA6-6AA4-2B01-173B-46645D590930}"/>
              </a:ext>
            </a:extLst>
          </p:cNvPr>
          <p:cNvSpPr txBox="1"/>
          <p:nvPr/>
        </p:nvSpPr>
        <p:spPr>
          <a:xfrm>
            <a:off x="4316799" y="2173146"/>
            <a:ext cx="51379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1200" dirty="0"/>
              <a:t>HTTP</a:t>
            </a:r>
            <a:endParaRPr kumimoji="1" lang="ko-Kore-KR" altLang="en-US" sz="1200" dirty="0"/>
          </a:p>
        </p:txBody>
      </p:sp>
      <p:sp>
        <p:nvSpPr>
          <p:cNvPr id="65" name="모서리가 둥근 직사각형 64">
            <a:extLst>
              <a:ext uri="{FF2B5EF4-FFF2-40B4-BE49-F238E27FC236}">
                <a16:creationId xmlns:a16="http://schemas.microsoft.com/office/drawing/2014/main" id="{F5EA3C39-7B5D-6748-BB13-44D60AC654A3}"/>
              </a:ext>
            </a:extLst>
          </p:cNvPr>
          <p:cNvSpPr/>
          <p:nvPr/>
        </p:nvSpPr>
        <p:spPr>
          <a:xfrm>
            <a:off x="3846015" y="3103279"/>
            <a:ext cx="940262" cy="21286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1000" dirty="0"/>
              <a:t> Image blog</a:t>
            </a:r>
            <a:endParaRPr kumimoji="1" lang="ko-Kore-KR" altLang="en-US" sz="1000" dirty="0"/>
          </a:p>
        </p:txBody>
      </p:sp>
      <p:sp>
        <p:nvSpPr>
          <p:cNvPr id="66" name="모서리가 둥근 직사각형 65">
            <a:extLst>
              <a:ext uri="{FF2B5EF4-FFF2-40B4-BE49-F238E27FC236}">
                <a16:creationId xmlns:a16="http://schemas.microsoft.com/office/drawing/2014/main" id="{A2A46386-DA7C-81F2-1F2E-3C2FFD0D31EB}"/>
              </a:ext>
            </a:extLst>
          </p:cNvPr>
          <p:cNvSpPr/>
          <p:nvPr/>
        </p:nvSpPr>
        <p:spPr>
          <a:xfrm>
            <a:off x="3624177" y="2451782"/>
            <a:ext cx="692622" cy="21286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1000" dirty="0"/>
              <a:t> REST API</a:t>
            </a:r>
            <a:endParaRPr kumimoji="1" lang="ko-Kore-KR" altLang="en-US" sz="10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7F7F2CF-5152-F03B-CCDD-A01F95E9695B}"/>
              </a:ext>
            </a:extLst>
          </p:cNvPr>
          <p:cNvSpPr txBox="1"/>
          <p:nvPr/>
        </p:nvSpPr>
        <p:spPr>
          <a:xfrm>
            <a:off x="3448473" y="2200947"/>
            <a:ext cx="8704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1200" dirty="0"/>
              <a:t>PORT:8000</a:t>
            </a:r>
            <a:endParaRPr kumimoji="1" lang="ko-Kore-KR" altLang="en-US" sz="1200" dirty="0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254C7AC-6818-E540-E402-89B1617ED852}"/>
              </a:ext>
            </a:extLst>
          </p:cNvPr>
          <p:cNvSpPr txBox="1"/>
          <p:nvPr/>
        </p:nvSpPr>
        <p:spPr>
          <a:xfrm>
            <a:off x="4164399" y="1743747"/>
            <a:ext cx="8704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1200" dirty="0"/>
              <a:t>PORT:8080</a:t>
            </a:r>
            <a:endParaRPr kumimoji="1" lang="ko-Kore-KR" altLang="en-US" sz="1200" dirty="0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0A2D9E07-B252-368F-6CC7-299C67EC932D}"/>
              </a:ext>
            </a:extLst>
          </p:cNvPr>
          <p:cNvSpPr txBox="1"/>
          <p:nvPr/>
        </p:nvSpPr>
        <p:spPr>
          <a:xfrm>
            <a:off x="1495767" y="4426002"/>
            <a:ext cx="15785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ore-KR" sz="1200" dirty="0"/>
              <a:t>&lt;EDGE SYSTEM&gt;</a:t>
            </a:r>
            <a:endParaRPr kumimoji="1" lang="ko-Kore-KR" altLang="en-US" sz="1200" dirty="0"/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F3C3EBE-3F71-2BF4-18BE-D4502915FCFA}"/>
              </a:ext>
            </a:extLst>
          </p:cNvPr>
          <p:cNvSpPr txBox="1"/>
          <p:nvPr/>
        </p:nvSpPr>
        <p:spPr>
          <a:xfrm>
            <a:off x="7606764" y="4381468"/>
            <a:ext cx="21483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ore-KR" sz="1200" dirty="0"/>
              <a:t>&lt;CLIENT&gt;</a:t>
            </a:r>
            <a:endParaRPr kumimoji="1" lang="ko-Kore-KR" altLang="en-US" sz="1200" dirty="0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61838BDA-9BCA-D027-CC4E-8EEB92208651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82669" y="3638270"/>
            <a:ext cx="431435" cy="439876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E5A8C0A-F9CF-5A2E-A8FF-129FFFF75F9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-48033" y="3109387"/>
            <a:ext cx="971397" cy="672207"/>
          </a:xfrm>
          <a:prstGeom prst="rect">
            <a:avLst/>
          </a:prstGeom>
        </p:spPr>
      </p:pic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9153DF5B-04DE-EECD-E9EE-9E0DE5868408}"/>
              </a:ext>
            </a:extLst>
          </p:cNvPr>
          <p:cNvCxnSpPr>
            <a:cxnSpLocks/>
            <a:endCxn id="21" idx="1"/>
          </p:cNvCxnSpPr>
          <p:nvPr/>
        </p:nvCxnSpPr>
        <p:spPr>
          <a:xfrm>
            <a:off x="704155" y="3447352"/>
            <a:ext cx="912783" cy="6994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956D45A-D091-1BD2-D766-90BA81F6265B}"/>
              </a:ext>
            </a:extLst>
          </p:cNvPr>
          <p:cNvSpPr txBox="1"/>
          <p:nvPr/>
        </p:nvSpPr>
        <p:spPr>
          <a:xfrm>
            <a:off x="751311" y="3297872"/>
            <a:ext cx="4732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ore-KR" sz="1200" dirty="0"/>
              <a:t> USB</a:t>
            </a:r>
            <a:endParaRPr kumimoji="1" lang="ko-Kore-KR" altLang="en-US" sz="1200" dirty="0"/>
          </a:p>
        </p:txBody>
      </p:sp>
      <p:pic>
        <p:nvPicPr>
          <p:cNvPr id="16" name="그림 15">
            <a:extLst>
              <a:ext uri="{FF2B5EF4-FFF2-40B4-BE49-F238E27FC236}">
                <a16:creationId xmlns:a16="http://schemas.microsoft.com/office/drawing/2014/main" id="{A424E271-6665-5F41-7DAD-DE491889775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920065" y="3591199"/>
            <a:ext cx="807467" cy="23561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30307A8A-A117-F084-4D3B-B664B3E9CE16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946038" y="2839933"/>
            <a:ext cx="723958" cy="223386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9C825158-FCC8-6ED3-0E4D-AA17A3C34D60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955107" y="3382149"/>
            <a:ext cx="616945" cy="162878"/>
          </a:xfrm>
          <a:prstGeom prst="rect">
            <a:avLst/>
          </a:prstGeom>
        </p:spPr>
      </p:pic>
      <p:pic>
        <p:nvPicPr>
          <p:cNvPr id="18" name="그림 17">
            <a:extLst>
              <a:ext uri="{FF2B5EF4-FFF2-40B4-BE49-F238E27FC236}">
                <a16:creationId xmlns:a16="http://schemas.microsoft.com/office/drawing/2014/main" id="{7827456F-4861-74AE-96C0-B533B83ABB09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946037" y="3067973"/>
            <a:ext cx="723958" cy="305203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B692E289-E0B5-EAE3-9D1B-CDBDB0A7DFDF}"/>
              </a:ext>
            </a:extLst>
          </p:cNvPr>
          <p:cNvSpPr txBox="1"/>
          <p:nvPr/>
        </p:nvSpPr>
        <p:spPr>
          <a:xfrm>
            <a:off x="3542165" y="4426002"/>
            <a:ext cx="21483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ore-KR" sz="1200" dirty="0"/>
              <a:t>&lt;SERVICE SYSTEM&gt;</a:t>
            </a:r>
            <a:endParaRPr kumimoji="1" lang="ko-Kore-KR" altLang="en-US" sz="1200" dirty="0"/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E7D1FD0A-3058-2EA7-0D0D-DCB3CE06A9A7}"/>
              </a:ext>
            </a:extLst>
          </p:cNvPr>
          <p:cNvSpPr txBox="1"/>
          <p:nvPr/>
        </p:nvSpPr>
        <p:spPr>
          <a:xfrm>
            <a:off x="3206985" y="6011890"/>
            <a:ext cx="21483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ore-KR" sz="1200" dirty="0"/>
              <a:t>&lt;DATABASE&gt;</a:t>
            </a:r>
            <a:endParaRPr kumimoji="1" lang="ko-Kore-KR" altLang="en-US" sz="1200" dirty="0"/>
          </a:p>
        </p:txBody>
      </p:sp>
      <p:sp>
        <p:nvSpPr>
          <p:cNvPr id="62" name="화살표: 오른쪽 61">
            <a:extLst>
              <a:ext uri="{FF2B5EF4-FFF2-40B4-BE49-F238E27FC236}">
                <a16:creationId xmlns:a16="http://schemas.microsoft.com/office/drawing/2014/main" id="{2FC012A2-57D4-86B2-FE9E-879484B9B428}"/>
              </a:ext>
            </a:extLst>
          </p:cNvPr>
          <p:cNvSpPr/>
          <p:nvPr/>
        </p:nvSpPr>
        <p:spPr>
          <a:xfrm>
            <a:off x="5410200" y="2932507"/>
            <a:ext cx="2148302" cy="37626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3" name="Picture 2">
            <a:extLst>
              <a:ext uri="{FF2B5EF4-FFF2-40B4-BE49-F238E27FC236}">
                <a16:creationId xmlns:a16="http://schemas.microsoft.com/office/drawing/2014/main" id="{2728A50F-BF48-327F-8BD1-38F9C985B5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20543" y="2530482"/>
            <a:ext cx="1162050" cy="11620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4" name="TextBox 63">
            <a:extLst>
              <a:ext uri="{FF2B5EF4-FFF2-40B4-BE49-F238E27FC236}">
                <a16:creationId xmlns:a16="http://schemas.microsoft.com/office/drawing/2014/main" id="{D16CEB2E-D9FE-A6CC-F5F0-76E00871DE85}"/>
              </a:ext>
            </a:extLst>
          </p:cNvPr>
          <p:cNvSpPr txBox="1"/>
          <p:nvPr/>
        </p:nvSpPr>
        <p:spPr>
          <a:xfrm>
            <a:off x="5429158" y="3789822"/>
            <a:ext cx="21483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ko-Kore-KR" sz="1200" dirty="0"/>
              <a:t>&lt;LLM SYSTEM&gt;</a:t>
            </a:r>
            <a:endParaRPr kumimoji="1" lang="ko-Kore-KR" altLang="en-US" sz="1200" dirty="0"/>
          </a:p>
        </p:txBody>
      </p:sp>
      <p:sp>
        <p:nvSpPr>
          <p:cNvPr id="67" name="모서리가 둥근 직사각형 24">
            <a:extLst>
              <a:ext uri="{FF2B5EF4-FFF2-40B4-BE49-F238E27FC236}">
                <a16:creationId xmlns:a16="http://schemas.microsoft.com/office/drawing/2014/main" id="{12FB738B-CF6B-AB1B-B438-16FFBEAF12D8}"/>
              </a:ext>
            </a:extLst>
          </p:cNvPr>
          <p:cNvSpPr/>
          <p:nvPr/>
        </p:nvSpPr>
        <p:spPr>
          <a:xfrm>
            <a:off x="5080585" y="3386157"/>
            <a:ext cx="801253" cy="1162050"/>
          </a:xfrm>
          <a:prstGeom prst="roundRect">
            <a:avLst/>
          </a:prstGeom>
          <a:solidFill>
            <a:schemeClr val="tx1">
              <a:lumMod val="65000"/>
              <a:lumOff val="3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1100" dirty="0"/>
              <a:t>Input</a:t>
            </a:r>
          </a:p>
          <a:p>
            <a:pPr algn="ctr"/>
            <a:endParaRPr kumimoji="1" lang="en-US" altLang="en-US" sz="1100" dirty="0"/>
          </a:p>
          <a:p>
            <a:pPr algn="ctr"/>
            <a:r>
              <a:rPr kumimoji="1" lang="en-US" altLang="ko-KR" sz="900" dirty="0"/>
              <a:t>1. </a:t>
            </a:r>
            <a:r>
              <a:rPr kumimoji="1" lang="ko-KR" altLang="en-US" sz="900" dirty="0"/>
              <a:t>이미지</a:t>
            </a:r>
            <a:endParaRPr kumimoji="1" lang="en-US" altLang="ko-KR" sz="900" dirty="0"/>
          </a:p>
          <a:p>
            <a:pPr algn="ctr"/>
            <a:r>
              <a:rPr kumimoji="1" lang="en-US" altLang="en-US" sz="900" dirty="0"/>
              <a:t>(</a:t>
            </a:r>
            <a:r>
              <a:rPr kumimoji="1" lang="ko-KR" altLang="en-US" sz="900" dirty="0"/>
              <a:t>전</a:t>
            </a:r>
            <a:r>
              <a:rPr kumimoji="1" lang="en-US" altLang="ko-KR" sz="900" dirty="0"/>
              <a:t>/</a:t>
            </a:r>
            <a:r>
              <a:rPr kumimoji="1" lang="ko-KR" altLang="en-US" sz="900" dirty="0"/>
              <a:t>후</a:t>
            </a:r>
            <a:r>
              <a:rPr kumimoji="1" lang="en-US" altLang="ko-KR" sz="900" dirty="0"/>
              <a:t>)</a:t>
            </a:r>
          </a:p>
          <a:p>
            <a:pPr algn="ctr"/>
            <a:r>
              <a:rPr kumimoji="1" lang="en-US" altLang="en-US" sz="900" dirty="0"/>
              <a:t>2. Prompt</a:t>
            </a:r>
          </a:p>
          <a:p>
            <a:pPr algn="ctr"/>
            <a:r>
              <a:rPr kumimoji="1" lang="en-US" altLang="en-US" sz="900" dirty="0"/>
              <a:t>Message</a:t>
            </a:r>
            <a:endParaRPr kumimoji="1" lang="en-US" altLang="en-US" sz="1100" dirty="0"/>
          </a:p>
        </p:txBody>
      </p:sp>
      <p:sp>
        <p:nvSpPr>
          <p:cNvPr id="68" name="모서리가 둥근 직사각형 24">
            <a:extLst>
              <a:ext uri="{FF2B5EF4-FFF2-40B4-BE49-F238E27FC236}">
                <a16:creationId xmlns:a16="http://schemas.microsoft.com/office/drawing/2014/main" id="{FDCD99DD-97B6-A998-E7AF-76246A4903D0}"/>
              </a:ext>
            </a:extLst>
          </p:cNvPr>
          <p:cNvSpPr/>
          <p:nvPr/>
        </p:nvSpPr>
        <p:spPr>
          <a:xfrm>
            <a:off x="7062801" y="3382149"/>
            <a:ext cx="801253" cy="1162050"/>
          </a:xfrm>
          <a:prstGeom prst="roundRect">
            <a:avLst/>
          </a:prstGeom>
          <a:solidFill>
            <a:schemeClr val="accent2"/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ore-KR" sz="1100" dirty="0"/>
              <a:t>Output</a:t>
            </a:r>
          </a:p>
          <a:p>
            <a:pPr algn="ctr"/>
            <a:endParaRPr kumimoji="1" lang="en-US" altLang="en-US" sz="1100" dirty="0"/>
          </a:p>
          <a:p>
            <a:pPr algn="ctr"/>
            <a:r>
              <a:rPr kumimoji="1" lang="en-US" altLang="ko-KR" sz="900" dirty="0"/>
              <a:t>LLM </a:t>
            </a:r>
            <a:r>
              <a:rPr kumimoji="1" lang="ko-KR" altLang="en-US" sz="900" dirty="0"/>
              <a:t>답변</a:t>
            </a:r>
            <a:endParaRPr kumimoji="1" lang="en-US" altLang="ko-KR" sz="900" dirty="0"/>
          </a:p>
          <a:p>
            <a:pPr algn="ctr"/>
            <a:r>
              <a:rPr kumimoji="1" lang="en-US" altLang="en-US" sz="900" dirty="0"/>
              <a:t>(</a:t>
            </a:r>
            <a:r>
              <a:rPr kumimoji="1" lang="ko-KR" altLang="en-US" sz="900" dirty="0"/>
              <a:t>자연어</a:t>
            </a:r>
            <a:r>
              <a:rPr kumimoji="1" lang="en-US" altLang="ko-KR" sz="900" dirty="0"/>
              <a:t>)</a:t>
            </a:r>
            <a:endParaRPr kumimoji="1" lang="en-US" altLang="en-US" sz="1100" dirty="0"/>
          </a:p>
        </p:txBody>
      </p:sp>
    </p:spTree>
    <p:extLst>
      <p:ext uri="{BB962C8B-B14F-4D97-AF65-F5344CB8AC3E}">
        <p14:creationId xmlns:p14="http://schemas.microsoft.com/office/powerpoint/2010/main" val="15501946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08504" y="6486875"/>
            <a:ext cx="17056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Image </a:t>
            </a:r>
            <a:r>
              <a:rPr sz="1400" b="1" spc="-5" dirty="0">
                <a:solidFill>
                  <a:srgbClr val="1F497D"/>
                </a:solidFill>
                <a:latin typeface="Times New Roman"/>
                <a:cs typeface="Times New Roman"/>
              </a:rPr>
              <a:t>Processing</a:t>
            </a:r>
            <a:r>
              <a:rPr sz="1400" b="1" spc="-70" dirty="0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Lab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4040" y="609888"/>
            <a:ext cx="109093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ko-KR" altLang="en-US" dirty="0">
                <a:latin typeface="Times New Roman"/>
                <a:cs typeface="Times New Roman"/>
              </a:rPr>
              <a:t>목적</a:t>
            </a:r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574040" y="1124817"/>
            <a:ext cx="9027160" cy="489941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r>
              <a:rPr lang="ko-KR" altLang="en-US" b="1" dirty="0">
                <a:latin typeface="+mn-ea"/>
                <a:cs typeface="Malgun Gothic"/>
              </a:rPr>
              <a:t>사용자 경험</a:t>
            </a:r>
            <a:r>
              <a:rPr lang="en-US" altLang="ko-KR" b="1" dirty="0">
                <a:latin typeface="+mn-ea"/>
                <a:cs typeface="Malgun Gothic"/>
              </a:rPr>
              <a:t>(UX) </a:t>
            </a:r>
            <a:r>
              <a:rPr lang="ko-KR" altLang="en-US" b="1" dirty="0">
                <a:latin typeface="+mn-ea"/>
                <a:cs typeface="Malgun Gothic"/>
              </a:rPr>
              <a:t>관점</a:t>
            </a:r>
            <a:endParaRPr lang="en-US" altLang="ko-KR" b="1" dirty="0">
              <a:latin typeface="+mn-ea"/>
              <a:cs typeface="Malgun Gothic"/>
            </a:endParaRPr>
          </a:p>
          <a:p>
            <a:pPr marL="640715" lvl="1" indent="-17145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ko-KR" altLang="en-US" sz="1600" dirty="0">
                <a:latin typeface="+mn-ea"/>
                <a:cs typeface="Malgun Gothic"/>
              </a:rPr>
              <a:t>자동화 시스템 개발을 통한 </a:t>
            </a:r>
            <a:r>
              <a:rPr lang="ko-KR" altLang="en-US" sz="1600" b="1" dirty="0">
                <a:latin typeface="+mn-ea"/>
                <a:cs typeface="Malgun Gothic"/>
              </a:rPr>
              <a:t>사용자 개입 부담 감소</a:t>
            </a:r>
            <a:endParaRPr lang="en-US" altLang="ko-KR" sz="1600" b="1" dirty="0">
              <a:latin typeface="+mn-ea"/>
              <a:cs typeface="Malgun Gothic"/>
            </a:endParaRPr>
          </a:p>
          <a:p>
            <a:pPr marL="926465" lvl="2">
              <a:spcBef>
                <a:spcPts val="105"/>
              </a:spcBef>
              <a:tabLst>
                <a:tab pos="299720" algn="l"/>
              </a:tabLst>
            </a:pPr>
            <a:r>
              <a:rPr lang="ko-KR" altLang="en-US" sz="1600" dirty="0">
                <a:latin typeface="+mn-ea"/>
                <a:cs typeface="Malgun Gothic"/>
              </a:rPr>
              <a:t>기존 웰빙 관리 시스템을 설문 응답</a:t>
            </a:r>
            <a:r>
              <a:rPr lang="en-US" altLang="ko-KR" sz="1600" dirty="0">
                <a:latin typeface="+mn-ea"/>
                <a:cs typeface="Malgun Gothic"/>
              </a:rPr>
              <a:t>, </a:t>
            </a:r>
            <a:r>
              <a:rPr lang="ko-KR" altLang="en-US" sz="1600" dirty="0">
                <a:latin typeface="+mn-ea"/>
                <a:cs typeface="Malgun Gothic"/>
              </a:rPr>
              <a:t>감정 입력처럼 사용자의 능동적인 개입을 전제로 하므로 장기 사용성이 낮다는 한계를 지닌다</a:t>
            </a:r>
            <a:r>
              <a:rPr lang="en-US" altLang="ko-KR" sz="1600" dirty="0">
                <a:latin typeface="+mn-ea"/>
                <a:cs typeface="Malgun Gothic"/>
              </a:rPr>
              <a:t>. </a:t>
            </a:r>
            <a:r>
              <a:rPr lang="ko-KR" altLang="en-US" sz="1600" dirty="0">
                <a:latin typeface="+mn-ea"/>
                <a:cs typeface="Malgun Gothic"/>
              </a:rPr>
              <a:t>본 연구는 사용자의 추가 입력 없이 자연스럽게 축적되는 행동 로그를 활용해</a:t>
            </a:r>
            <a:r>
              <a:rPr lang="en-US" altLang="ko-KR" sz="1600" dirty="0">
                <a:latin typeface="+mn-ea"/>
                <a:cs typeface="Malgun Gothic"/>
              </a:rPr>
              <a:t>, </a:t>
            </a:r>
            <a:r>
              <a:rPr lang="ko-KR" altLang="en-US" sz="1600" dirty="0">
                <a:latin typeface="+mn-ea"/>
                <a:cs typeface="Malgun Gothic"/>
              </a:rPr>
              <a:t>낮은 부담과 적은 개입만으로 웰빙 관리 경험을 향상시키는 것을 목적으로 한다</a:t>
            </a:r>
            <a:r>
              <a:rPr lang="en-US" altLang="ko-KR" sz="1600" dirty="0">
                <a:latin typeface="+mn-ea"/>
                <a:cs typeface="Malgun Gothic"/>
              </a:rPr>
              <a:t>.</a:t>
            </a:r>
          </a:p>
          <a:p>
            <a:pPr marL="640715" lvl="1" indent="-17145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endParaRPr lang="en-US" altLang="ko-KR" sz="1200" dirty="0">
              <a:latin typeface="+mn-ea"/>
              <a:cs typeface="Malgun Gothic"/>
            </a:endParaRPr>
          </a:p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r>
              <a:rPr lang="ko-KR" altLang="en-US" b="1" dirty="0">
                <a:latin typeface="+mn-ea"/>
                <a:cs typeface="Malgun Gothic"/>
              </a:rPr>
              <a:t>기술적 </a:t>
            </a:r>
            <a:r>
              <a:rPr lang="en-US" altLang="ko-KR" b="1" dirty="0">
                <a:latin typeface="+mn-ea"/>
                <a:cs typeface="Malgun Gothic"/>
              </a:rPr>
              <a:t>• </a:t>
            </a:r>
            <a:r>
              <a:rPr lang="ko-KR" altLang="en-US" b="1" dirty="0">
                <a:latin typeface="+mn-ea"/>
                <a:cs typeface="Malgun Gothic"/>
              </a:rPr>
              <a:t>연구적 관점</a:t>
            </a:r>
            <a:endParaRPr lang="en-US" altLang="ko-KR" b="1" dirty="0">
              <a:latin typeface="+mn-ea"/>
              <a:cs typeface="Malgun Gothic"/>
            </a:endParaRPr>
          </a:p>
          <a:p>
            <a:pPr marL="755015" lvl="1" indent="-28575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ko-KR" altLang="en-US" sz="1600" dirty="0">
                <a:latin typeface="+mn-ea"/>
                <a:cs typeface="Malgun Gothic"/>
              </a:rPr>
              <a:t>단일 이벤트가 아닌 시계열 패턴으로 분석된 </a:t>
            </a:r>
            <a:r>
              <a:rPr lang="ko-KR" altLang="en-US" sz="1600" b="1" dirty="0">
                <a:latin typeface="+mn-ea"/>
                <a:cs typeface="Malgun Gothic"/>
              </a:rPr>
              <a:t>연속적 데이터 수집</a:t>
            </a:r>
            <a:endParaRPr lang="en-US" altLang="ko-KR" sz="1600" b="1" dirty="0">
              <a:latin typeface="+mn-ea"/>
              <a:cs typeface="Malgun Gothic"/>
            </a:endParaRPr>
          </a:p>
          <a:p>
            <a:pPr marL="926465" lvl="2">
              <a:spcBef>
                <a:spcPts val="105"/>
              </a:spcBef>
              <a:tabLst>
                <a:tab pos="299720" algn="l"/>
              </a:tabLst>
            </a:pPr>
            <a:r>
              <a:rPr lang="ko-KR" altLang="en-US" sz="1600" dirty="0">
                <a:latin typeface="+mn-ea"/>
                <a:cs typeface="Malgun Gothic"/>
              </a:rPr>
              <a:t>웰빙 신호는 단일 행동이 아닌 시계열 패턴에서 분석된 결과가 의미를 가진다고 생각한다</a:t>
            </a:r>
            <a:r>
              <a:rPr lang="en-US" altLang="ko-KR" sz="1600" dirty="0">
                <a:latin typeface="+mn-ea"/>
                <a:cs typeface="Malgun Gothic"/>
              </a:rPr>
              <a:t>. </a:t>
            </a:r>
            <a:r>
              <a:rPr lang="ko-KR" altLang="en-US" sz="1600" dirty="0">
                <a:latin typeface="+mn-ea"/>
                <a:cs typeface="Malgun Gothic"/>
              </a:rPr>
              <a:t>하지만 기존 많은 서비스들은 단일 행동을 분석하는 데에 그친다</a:t>
            </a:r>
            <a:r>
              <a:rPr lang="en-US" altLang="ko-KR" sz="1600" dirty="0">
                <a:latin typeface="+mn-ea"/>
                <a:cs typeface="Malgun Gothic"/>
              </a:rPr>
              <a:t>.</a:t>
            </a:r>
            <a:r>
              <a:rPr lang="ko-KR" altLang="en-US" sz="1600" dirty="0">
                <a:latin typeface="+mn-ea"/>
                <a:cs typeface="Malgun Gothic"/>
              </a:rPr>
              <a:t>따라서 본 연구는 특정 행동의 발생 여부가 아닌</a:t>
            </a:r>
            <a:r>
              <a:rPr lang="en-US" altLang="ko-KR" sz="1600" dirty="0">
                <a:latin typeface="+mn-ea"/>
                <a:cs typeface="Malgun Gothic"/>
              </a:rPr>
              <a:t>, </a:t>
            </a:r>
            <a:r>
              <a:rPr lang="en-US" altLang="ko-KR" sz="1600" dirty="0" err="1">
                <a:latin typeface="+mn-ea"/>
                <a:cs typeface="Malgun Gothic"/>
              </a:rPr>
              <a:t>ChangeDetection</a:t>
            </a:r>
            <a:r>
              <a:rPr lang="ko-KR" altLang="en-US" sz="1600" dirty="0">
                <a:latin typeface="+mn-ea"/>
                <a:cs typeface="Malgun Gothic"/>
              </a:rPr>
              <a:t>을 기반으로 </a:t>
            </a:r>
            <a:r>
              <a:rPr lang="ko-KR" altLang="en-US" sz="1600" b="1" dirty="0">
                <a:latin typeface="+mn-ea"/>
                <a:cs typeface="Malgun Gothic"/>
              </a:rPr>
              <a:t>행동의 빈도로 구성된 시계열 패턴을 분석</a:t>
            </a:r>
            <a:r>
              <a:rPr lang="ko-KR" altLang="en-US" sz="1600" dirty="0">
                <a:latin typeface="+mn-ea"/>
                <a:cs typeface="Malgun Gothic"/>
              </a:rPr>
              <a:t>한다</a:t>
            </a:r>
            <a:r>
              <a:rPr lang="en-US" altLang="ko-KR" sz="1600" dirty="0">
                <a:latin typeface="+mn-ea"/>
                <a:cs typeface="Malgun Gothic"/>
              </a:rPr>
              <a:t>. </a:t>
            </a:r>
            <a:r>
              <a:rPr lang="ko-KR" altLang="en-US" sz="1600" dirty="0">
                <a:latin typeface="+mn-ea"/>
                <a:cs typeface="Malgun Gothic"/>
              </a:rPr>
              <a:t>이를 통해 생활 루틴의 변화가 웰빙 신호로 활용될 수 있는 지를 기술적으로 검증한다</a:t>
            </a:r>
            <a:r>
              <a:rPr lang="en-US" altLang="ko-KR" sz="1600" dirty="0">
                <a:latin typeface="+mn-ea"/>
                <a:cs typeface="Malgun Gothic"/>
              </a:rPr>
              <a:t>.</a:t>
            </a:r>
          </a:p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endParaRPr lang="en-US" altLang="ko-KR" b="1" dirty="0">
              <a:latin typeface="+mn-ea"/>
              <a:cs typeface="Malgun Gothic"/>
            </a:endParaRPr>
          </a:p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r>
              <a:rPr lang="ko-KR" altLang="en-US" b="1" dirty="0">
                <a:latin typeface="+mn-ea"/>
                <a:cs typeface="Malgun Gothic"/>
              </a:rPr>
              <a:t>사회적 관점</a:t>
            </a:r>
            <a:endParaRPr lang="en-US" altLang="ko-KR" b="1" dirty="0">
              <a:latin typeface="+mn-ea"/>
              <a:cs typeface="Malgun Gothic"/>
            </a:endParaRPr>
          </a:p>
          <a:p>
            <a:pPr marL="469265" lvl="1">
              <a:spcBef>
                <a:spcPts val="105"/>
              </a:spcBef>
              <a:tabLst>
                <a:tab pos="299720" algn="l"/>
              </a:tabLst>
            </a:pPr>
            <a:r>
              <a:rPr lang="en-US" altLang="ko-KR" b="1" dirty="0">
                <a:latin typeface="+mn-ea"/>
                <a:cs typeface="Malgun Gothic"/>
              </a:rPr>
              <a:t>- </a:t>
            </a:r>
            <a:r>
              <a:rPr lang="en-US" altLang="ko-KR" sz="1600" dirty="0">
                <a:latin typeface="+mn-ea"/>
                <a:cs typeface="Malgun Gothic"/>
              </a:rPr>
              <a:t>1</a:t>
            </a:r>
            <a:r>
              <a:rPr lang="ko-KR" altLang="en-US" sz="1600" dirty="0">
                <a:latin typeface="+mn-ea"/>
                <a:cs typeface="Malgun Gothic"/>
              </a:rPr>
              <a:t>인 가구 및 원격 근무의 증가로 일상 상태를 자연스럽게 관찰하고 피드백해 줄 비공식적인 사회적 감시망이 약화되고 있다</a:t>
            </a:r>
            <a:r>
              <a:rPr lang="en-US" altLang="ko-KR" sz="1600" dirty="0">
                <a:latin typeface="+mn-ea"/>
                <a:cs typeface="Malgun Gothic"/>
              </a:rPr>
              <a:t>. </a:t>
            </a:r>
            <a:r>
              <a:rPr lang="ko-KR" altLang="en-US" sz="1600" dirty="0">
                <a:latin typeface="+mn-ea"/>
                <a:cs typeface="Malgun Gothic"/>
              </a:rPr>
              <a:t>본 연구는 이러한 사회적 변화 속에서 기술이 </a:t>
            </a:r>
            <a:r>
              <a:rPr lang="ko-KR" altLang="en-US" sz="1600" b="1" dirty="0">
                <a:latin typeface="+mn-ea"/>
                <a:cs typeface="Malgun Gothic"/>
              </a:rPr>
              <a:t>조용한 관찰자이자 보조적 돌봄 주체로 기능</a:t>
            </a:r>
            <a:r>
              <a:rPr lang="ko-KR" altLang="en-US" sz="1600" dirty="0">
                <a:latin typeface="+mn-ea"/>
                <a:cs typeface="Malgun Gothic"/>
              </a:rPr>
              <a:t>할 수 있는 가능성을 탐색한다</a:t>
            </a:r>
            <a:r>
              <a:rPr lang="en-US" altLang="ko-KR" sz="1600" dirty="0">
                <a:latin typeface="+mn-ea"/>
                <a:cs typeface="Malgun Gothic"/>
              </a:rPr>
              <a:t>.</a:t>
            </a:r>
            <a:endParaRPr lang="en-US" altLang="ko-KR" dirty="0">
              <a:latin typeface="+mn-ea"/>
              <a:cs typeface="Malgun Gothi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93F14D-0091-0665-4DEB-17C7F4B6E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DB0097F5-775B-37BB-88A3-14F8F095235A}"/>
              </a:ext>
            </a:extLst>
          </p:cNvPr>
          <p:cNvSpPr txBox="1"/>
          <p:nvPr/>
        </p:nvSpPr>
        <p:spPr>
          <a:xfrm>
            <a:off x="1208504" y="6486875"/>
            <a:ext cx="17056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Image </a:t>
            </a:r>
            <a:r>
              <a:rPr sz="1400" b="1" spc="-5" dirty="0">
                <a:solidFill>
                  <a:srgbClr val="1F497D"/>
                </a:solidFill>
                <a:latin typeface="Times New Roman"/>
                <a:cs typeface="Times New Roman"/>
              </a:rPr>
              <a:t>Processing</a:t>
            </a:r>
            <a:r>
              <a:rPr sz="1400" b="1" spc="-70" dirty="0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Lab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AB7F683E-3163-DFC1-0113-C383473AB6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4040" y="609888"/>
            <a:ext cx="109093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ko-KR" altLang="en-US" dirty="0">
                <a:latin typeface="Times New Roman"/>
                <a:cs typeface="Times New Roman"/>
              </a:rPr>
              <a:t>필요성</a:t>
            </a:r>
            <a:endParaRPr dirty="0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704565B7-B17E-21CA-8C2B-7F22296E677A}"/>
              </a:ext>
            </a:extLst>
          </p:cNvPr>
          <p:cNvSpPr txBox="1"/>
          <p:nvPr/>
        </p:nvSpPr>
        <p:spPr>
          <a:xfrm>
            <a:off x="574040" y="1124817"/>
            <a:ext cx="8874760" cy="512768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r>
              <a:rPr lang="ko-KR" altLang="en-US" b="1" dirty="0">
                <a:latin typeface="+mn-ea"/>
                <a:cs typeface="Malgun Gothic"/>
              </a:rPr>
              <a:t>사용자 경험</a:t>
            </a:r>
            <a:r>
              <a:rPr lang="en-US" altLang="ko-KR" b="1" dirty="0">
                <a:latin typeface="+mn-ea"/>
                <a:cs typeface="Malgun Gothic"/>
              </a:rPr>
              <a:t>(UX) </a:t>
            </a:r>
            <a:r>
              <a:rPr lang="ko-KR" altLang="en-US" b="1" dirty="0">
                <a:latin typeface="+mn-ea"/>
                <a:cs typeface="Malgun Gothic"/>
              </a:rPr>
              <a:t>관점</a:t>
            </a:r>
            <a:endParaRPr lang="en-US" altLang="ko-KR" b="1" dirty="0">
              <a:latin typeface="+mn-ea"/>
              <a:cs typeface="Malgun Gothic"/>
            </a:endParaRPr>
          </a:p>
          <a:p>
            <a:pPr marL="640715" lvl="1" indent="-17145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ko-KR" altLang="en-US" sz="1600" b="1" dirty="0">
                <a:latin typeface="+mn-ea"/>
                <a:cs typeface="Malgun Gothic"/>
              </a:rPr>
              <a:t>사용자 개입 부담을 최소화</a:t>
            </a:r>
            <a:r>
              <a:rPr lang="ko-KR" altLang="en-US" sz="1600" dirty="0">
                <a:latin typeface="+mn-ea"/>
                <a:cs typeface="Malgun Gothic"/>
              </a:rPr>
              <a:t>한 웰빙 관리의 수요 증가</a:t>
            </a:r>
            <a:endParaRPr lang="en-US" altLang="ko-KR" sz="1600" b="1" dirty="0">
              <a:latin typeface="+mn-ea"/>
              <a:cs typeface="Malgun Gothic"/>
            </a:endParaRPr>
          </a:p>
          <a:p>
            <a:pPr marL="926465" lvl="2">
              <a:spcBef>
                <a:spcPts val="105"/>
              </a:spcBef>
              <a:tabLst>
                <a:tab pos="299720" algn="l"/>
              </a:tabLst>
            </a:pPr>
            <a:r>
              <a:rPr lang="ko-KR" altLang="en-US" sz="1600" dirty="0">
                <a:latin typeface="+mn-ea"/>
                <a:cs typeface="Malgun Gothic"/>
              </a:rPr>
              <a:t>기존 웰빙 관리 시스템은 설문 응답</a:t>
            </a:r>
            <a:r>
              <a:rPr lang="en-US" altLang="ko-KR" sz="1600" dirty="0">
                <a:latin typeface="+mn-ea"/>
                <a:cs typeface="Malgun Gothic"/>
              </a:rPr>
              <a:t>, </a:t>
            </a:r>
            <a:r>
              <a:rPr lang="ko-KR" altLang="en-US" sz="1600" dirty="0">
                <a:latin typeface="+mn-ea"/>
                <a:cs typeface="Malgun Gothic"/>
              </a:rPr>
              <a:t>감정 입력</a:t>
            </a:r>
            <a:r>
              <a:rPr lang="en-US" altLang="ko-KR" sz="1600" dirty="0">
                <a:latin typeface="+mn-ea"/>
                <a:cs typeface="Malgun Gothic"/>
              </a:rPr>
              <a:t>, </a:t>
            </a:r>
            <a:r>
              <a:rPr lang="ko-KR" altLang="en-US" sz="1600" dirty="0">
                <a:latin typeface="+mn-ea"/>
                <a:cs typeface="Malgun Gothic"/>
              </a:rPr>
              <a:t>자가 보고 등 사용자의 능동적인 참여를 요구하고</a:t>
            </a:r>
            <a:r>
              <a:rPr lang="en-US" altLang="ko-KR" sz="1600" dirty="0">
                <a:latin typeface="+mn-ea"/>
                <a:cs typeface="Malgun Gothic"/>
              </a:rPr>
              <a:t>, </a:t>
            </a:r>
            <a:r>
              <a:rPr lang="ko-KR" altLang="en-US" sz="1600" dirty="0">
                <a:latin typeface="+mn-ea"/>
                <a:cs typeface="Malgun Gothic"/>
              </a:rPr>
              <a:t>이는 장기적 사용에 큰 부담으로 작용한다</a:t>
            </a:r>
            <a:r>
              <a:rPr lang="en-US" altLang="ko-KR" sz="1600" dirty="0">
                <a:latin typeface="+mn-ea"/>
                <a:cs typeface="Malgun Gothic"/>
              </a:rPr>
              <a:t>. </a:t>
            </a:r>
            <a:r>
              <a:rPr lang="ko-KR" altLang="en-US" sz="1600" dirty="0">
                <a:latin typeface="+mn-ea"/>
                <a:cs typeface="Malgun Gothic"/>
              </a:rPr>
              <a:t>특히 </a:t>
            </a:r>
            <a:r>
              <a:rPr lang="ko-KR" altLang="en-US" sz="1600" b="1" dirty="0">
                <a:latin typeface="+mn-ea"/>
                <a:cs typeface="Malgun Gothic"/>
              </a:rPr>
              <a:t>웰빙이 저하된 상태일 수록 사용자는 오히려 시스템 사용을 회피하는 경향</a:t>
            </a:r>
            <a:r>
              <a:rPr lang="ko-KR" altLang="en-US" sz="1600" dirty="0">
                <a:latin typeface="+mn-ea"/>
                <a:cs typeface="Malgun Gothic"/>
              </a:rPr>
              <a:t>을 보이므로</a:t>
            </a:r>
            <a:r>
              <a:rPr lang="en-US" altLang="ko-KR" sz="1600" dirty="0">
                <a:latin typeface="+mn-ea"/>
                <a:cs typeface="Malgun Gothic"/>
              </a:rPr>
              <a:t>, </a:t>
            </a:r>
            <a:r>
              <a:rPr lang="ko-KR" altLang="en-US" sz="1600" dirty="0">
                <a:latin typeface="+mn-ea"/>
                <a:cs typeface="Malgun Gothic"/>
              </a:rPr>
              <a:t>이러한 관리 방식은 한계를 지닌다</a:t>
            </a:r>
            <a:r>
              <a:rPr lang="en-US" altLang="ko-KR" sz="1600" dirty="0">
                <a:latin typeface="+mn-ea"/>
                <a:cs typeface="Malgun Gothic"/>
              </a:rPr>
              <a:t>. </a:t>
            </a:r>
            <a:r>
              <a:rPr lang="ko-KR" altLang="en-US" sz="1600" dirty="0">
                <a:latin typeface="+mn-ea"/>
                <a:cs typeface="Malgun Gothic"/>
              </a:rPr>
              <a:t>따라서 자동화 서비스를 기반으로 한 관리 방식을 통해 낮은 인지 </a:t>
            </a:r>
            <a:r>
              <a:rPr lang="en-US" altLang="ko-KR" sz="1600" dirty="0">
                <a:latin typeface="+mn-ea"/>
                <a:cs typeface="Malgun Gothic"/>
              </a:rPr>
              <a:t>• </a:t>
            </a:r>
            <a:r>
              <a:rPr lang="ko-KR" altLang="en-US" sz="1600" dirty="0">
                <a:latin typeface="+mn-ea"/>
                <a:cs typeface="Malgun Gothic"/>
              </a:rPr>
              <a:t>행동 부담으로 지속 가능한 웰빙 관리를 제공해야 한다</a:t>
            </a:r>
            <a:r>
              <a:rPr lang="en-US" altLang="ko-KR" sz="1600" dirty="0">
                <a:latin typeface="+mn-ea"/>
                <a:cs typeface="Malgun Gothic"/>
              </a:rPr>
              <a:t>.</a:t>
            </a:r>
          </a:p>
          <a:p>
            <a:pPr marL="640715" lvl="1" indent="-17145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endParaRPr lang="en-US" altLang="ko-KR" sz="1200" dirty="0">
              <a:latin typeface="+mn-ea"/>
              <a:cs typeface="Malgun Gothic"/>
            </a:endParaRPr>
          </a:p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r>
              <a:rPr lang="ko-KR" altLang="en-US" b="1" dirty="0">
                <a:latin typeface="+mn-ea"/>
                <a:cs typeface="Malgun Gothic"/>
              </a:rPr>
              <a:t>기술적 </a:t>
            </a:r>
            <a:r>
              <a:rPr lang="en-US" altLang="ko-KR" b="1" dirty="0">
                <a:latin typeface="+mn-ea"/>
                <a:cs typeface="Malgun Gothic"/>
              </a:rPr>
              <a:t>• </a:t>
            </a:r>
            <a:r>
              <a:rPr lang="ko-KR" altLang="en-US" b="1" dirty="0">
                <a:latin typeface="+mn-ea"/>
                <a:cs typeface="Malgun Gothic"/>
              </a:rPr>
              <a:t>연구적 관점</a:t>
            </a:r>
            <a:endParaRPr lang="en-US" altLang="ko-KR" b="1" dirty="0">
              <a:latin typeface="+mn-ea"/>
              <a:cs typeface="Malgun Gothic"/>
            </a:endParaRPr>
          </a:p>
          <a:p>
            <a:pPr marL="755015" lvl="1" indent="-28575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ko-KR" altLang="en-US" sz="1600" dirty="0">
                <a:latin typeface="+mn-ea"/>
                <a:cs typeface="Malgun Gothic"/>
              </a:rPr>
              <a:t>시계열 행동 패턴 기반 웰빙 신호 분석의 필요</a:t>
            </a:r>
            <a:endParaRPr lang="en-US" altLang="ko-KR" sz="1600" dirty="0">
              <a:latin typeface="+mn-ea"/>
              <a:cs typeface="Malgun Gothic"/>
            </a:endParaRPr>
          </a:p>
          <a:p>
            <a:pPr marL="926465" lvl="2">
              <a:spcBef>
                <a:spcPts val="105"/>
              </a:spcBef>
              <a:tabLst>
                <a:tab pos="299720" algn="l"/>
              </a:tabLst>
            </a:pPr>
            <a:r>
              <a:rPr lang="ko-KR" altLang="en-US" sz="1600" dirty="0">
                <a:latin typeface="+mn-ea"/>
                <a:cs typeface="Malgun Gothic"/>
              </a:rPr>
              <a:t>웰빙 상태는 단일 행동의 발생 여부보다는 </a:t>
            </a:r>
            <a:r>
              <a:rPr lang="ko-KR" altLang="en-US" sz="1600" b="1" dirty="0">
                <a:latin typeface="+mn-ea"/>
                <a:cs typeface="Malgun Gothic"/>
              </a:rPr>
              <a:t>시간에 따른 행동의 빈도</a:t>
            </a:r>
            <a:r>
              <a:rPr lang="en-US" altLang="ko-KR" sz="1600" b="1" dirty="0">
                <a:latin typeface="+mn-ea"/>
                <a:cs typeface="Malgun Gothic"/>
              </a:rPr>
              <a:t>, </a:t>
            </a:r>
            <a:r>
              <a:rPr lang="ko-KR" altLang="en-US" sz="1600" b="1" dirty="0">
                <a:latin typeface="+mn-ea"/>
                <a:cs typeface="Malgun Gothic"/>
              </a:rPr>
              <a:t>주기</a:t>
            </a:r>
            <a:r>
              <a:rPr lang="en-US" altLang="ko-KR" sz="1600" b="1" dirty="0">
                <a:latin typeface="+mn-ea"/>
                <a:cs typeface="Malgun Gothic"/>
              </a:rPr>
              <a:t>, </a:t>
            </a:r>
            <a:r>
              <a:rPr lang="ko-KR" altLang="en-US" sz="1600" b="1" dirty="0">
                <a:latin typeface="+mn-ea"/>
                <a:cs typeface="Malgun Gothic"/>
              </a:rPr>
              <a:t>변화 추세와 같은 시계열 패턴에서 더 의미</a:t>
            </a:r>
            <a:r>
              <a:rPr lang="ko-KR" altLang="en-US" sz="1600" dirty="0">
                <a:latin typeface="+mn-ea"/>
                <a:cs typeface="Malgun Gothic"/>
              </a:rPr>
              <a:t>를 가진다</a:t>
            </a:r>
            <a:r>
              <a:rPr lang="en-US" altLang="ko-KR" sz="1600" dirty="0">
                <a:latin typeface="+mn-ea"/>
                <a:cs typeface="Malgun Gothic"/>
              </a:rPr>
              <a:t>. </a:t>
            </a:r>
            <a:r>
              <a:rPr lang="ko-KR" altLang="en-US" sz="1600" dirty="0">
                <a:latin typeface="+mn-ea"/>
                <a:cs typeface="Malgun Gothic"/>
              </a:rPr>
              <a:t>하지만 기존 많은 서비스들은 개별 이벤트 단위 분석에 머물러 있어</a:t>
            </a:r>
            <a:r>
              <a:rPr lang="en-US" altLang="ko-KR" sz="1600" dirty="0">
                <a:latin typeface="+mn-ea"/>
                <a:cs typeface="Malgun Gothic"/>
              </a:rPr>
              <a:t>, </a:t>
            </a:r>
            <a:r>
              <a:rPr lang="ko-KR" altLang="en-US" sz="1600" dirty="0">
                <a:latin typeface="+mn-ea"/>
                <a:cs typeface="Malgun Gothic"/>
              </a:rPr>
              <a:t>생활 전반의 변화 맥락을 충분히 반영하지 못한다</a:t>
            </a:r>
            <a:r>
              <a:rPr lang="en-US" altLang="ko-KR" sz="1600" dirty="0">
                <a:latin typeface="+mn-ea"/>
                <a:cs typeface="Malgun Gothic"/>
              </a:rPr>
              <a:t>. </a:t>
            </a:r>
            <a:r>
              <a:rPr lang="ko-KR" altLang="en-US" sz="1600" dirty="0">
                <a:latin typeface="+mn-ea"/>
                <a:cs typeface="Malgun Gothic"/>
              </a:rPr>
              <a:t>따라서 본 연구를 통해 연속적인 시계열 데이터를 수집해야 할 필요성이 존재한다</a:t>
            </a:r>
            <a:r>
              <a:rPr lang="en-US" altLang="ko-KR" sz="1600" dirty="0">
                <a:latin typeface="+mn-ea"/>
                <a:cs typeface="Malgun Gothic"/>
              </a:rPr>
              <a:t>.</a:t>
            </a:r>
          </a:p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endParaRPr lang="en-US" altLang="ko-KR" b="1" dirty="0">
              <a:latin typeface="+mn-ea"/>
              <a:cs typeface="Malgun Gothic"/>
            </a:endParaRPr>
          </a:p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r>
              <a:rPr lang="ko-KR" altLang="en-US" b="1" dirty="0">
                <a:latin typeface="+mn-ea"/>
                <a:cs typeface="Malgun Gothic"/>
              </a:rPr>
              <a:t>사회적 관점</a:t>
            </a:r>
            <a:endParaRPr lang="en-US" altLang="ko-KR" b="1" dirty="0">
              <a:latin typeface="+mn-ea"/>
              <a:cs typeface="Malgun Gothic"/>
            </a:endParaRPr>
          </a:p>
          <a:p>
            <a:pPr marL="755015" lvl="1" indent="-285750"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ko-KR" altLang="en-US" sz="1600" dirty="0">
                <a:latin typeface="+mn-ea"/>
                <a:cs typeface="Malgun Gothic"/>
              </a:rPr>
              <a:t>약화된 일상 관찰 환경을 보완하기 위한 기술 개입의 필요성</a:t>
            </a:r>
            <a:endParaRPr lang="en-US" altLang="ko-KR" sz="1600" dirty="0">
              <a:latin typeface="+mn-ea"/>
              <a:cs typeface="Malgun Gothic"/>
            </a:endParaRPr>
          </a:p>
          <a:p>
            <a:pPr marL="926465" lvl="2">
              <a:spcBef>
                <a:spcPts val="105"/>
              </a:spcBef>
              <a:tabLst>
                <a:tab pos="299720" algn="l"/>
              </a:tabLst>
            </a:pPr>
            <a:r>
              <a:rPr lang="en-US" altLang="ko-KR" sz="1600" b="1" dirty="0">
                <a:latin typeface="+mn-ea"/>
                <a:cs typeface="Malgun Gothic"/>
              </a:rPr>
              <a:t>1</a:t>
            </a:r>
            <a:r>
              <a:rPr lang="ko-KR" altLang="en-US" sz="1600" b="1" dirty="0">
                <a:latin typeface="+mn-ea"/>
                <a:cs typeface="Malgun Gothic"/>
              </a:rPr>
              <a:t>인 가구와 원격 근무의 확산으로 </a:t>
            </a:r>
            <a:r>
              <a:rPr lang="ko-KR" altLang="en-US" sz="1600" dirty="0">
                <a:latin typeface="+mn-ea"/>
                <a:cs typeface="Malgun Gothic"/>
              </a:rPr>
              <a:t>개인의 일상 상태를 자연스럽게 관찰하고 피드백해 줄 </a:t>
            </a:r>
            <a:r>
              <a:rPr lang="ko-KR" altLang="en-US" sz="1600" b="1" dirty="0">
                <a:latin typeface="+mn-ea"/>
                <a:cs typeface="Malgun Gothic"/>
              </a:rPr>
              <a:t>비공식적 감시 장치가 부족</a:t>
            </a:r>
            <a:r>
              <a:rPr lang="ko-KR" altLang="en-US" sz="1600" dirty="0">
                <a:latin typeface="+mn-ea"/>
                <a:cs typeface="Malgun Gothic"/>
              </a:rPr>
              <a:t>해지고 있다</a:t>
            </a:r>
            <a:r>
              <a:rPr lang="en-US" altLang="ko-KR" sz="1600" dirty="0">
                <a:latin typeface="+mn-ea"/>
                <a:cs typeface="Malgun Gothic"/>
              </a:rPr>
              <a:t>. </a:t>
            </a:r>
            <a:r>
              <a:rPr lang="ko-KR" altLang="en-US" sz="1600" dirty="0">
                <a:latin typeface="+mn-ea"/>
                <a:cs typeface="Malgun Gothic"/>
              </a:rPr>
              <a:t>이로 인해 생활 리듬이 붕괴했을 때</a:t>
            </a:r>
            <a:r>
              <a:rPr lang="en-US" altLang="ko-KR" sz="1600" dirty="0">
                <a:latin typeface="+mn-ea"/>
                <a:cs typeface="Malgun Gothic"/>
              </a:rPr>
              <a:t>, </a:t>
            </a:r>
            <a:r>
              <a:rPr lang="ko-KR" altLang="en-US" sz="1600" dirty="0">
                <a:latin typeface="+mn-ea"/>
                <a:cs typeface="Malgun Gothic"/>
              </a:rPr>
              <a:t>문제를 인지하거나 개입할 시점이 늦어질 가능성이 커지고 있다</a:t>
            </a:r>
            <a:r>
              <a:rPr lang="en-US" altLang="ko-KR" sz="1600" dirty="0">
                <a:latin typeface="+mn-ea"/>
                <a:cs typeface="Malgun Gothic"/>
              </a:rPr>
              <a:t>. </a:t>
            </a:r>
            <a:endParaRPr lang="en-US" altLang="ko-KR" dirty="0">
              <a:latin typeface="+mn-ea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35349711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08504" y="6486875"/>
            <a:ext cx="17056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Image </a:t>
            </a:r>
            <a:r>
              <a:rPr sz="1400" b="1" spc="-5" dirty="0">
                <a:solidFill>
                  <a:srgbClr val="1F497D"/>
                </a:solidFill>
                <a:latin typeface="Times New Roman"/>
                <a:cs typeface="Times New Roman"/>
              </a:rPr>
              <a:t>Processing</a:t>
            </a:r>
            <a:r>
              <a:rPr sz="1400" b="1" spc="-70" dirty="0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Lab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4040" y="609888"/>
            <a:ext cx="6817360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ko-KR" altLang="en-US" sz="2000" dirty="0"/>
              <a:t>기능 </a:t>
            </a:r>
            <a:r>
              <a:rPr lang="en-US" altLang="ko-KR" sz="2000" dirty="0"/>
              <a:t>-</a:t>
            </a:r>
            <a:r>
              <a:rPr lang="ko-KR" altLang="en-US" sz="2000" dirty="0"/>
              <a:t> </a:t>
            </a:r>
            <a:r>
              <a:rPr lang="ko-KR" altLang="en-US" sz="2000" dirty="0">
                <a:solidFill>
                  <a:schemeClr val="accent1"/>
                </a:solidFill>
              </a:rPr>
              <a:t>조건대비표</a:t>
            </a:r>
            <a:endParaRPr dirty="0">
              <a:solidFill>
                <a:schemeClr val="accent1"/>
              </a:solidFill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138D92DE-3313-341A-7253-A23793A03C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49111604"/>
              </p:ext>
            </p:extLst>
          </p:nvPr>
        </p:nvGraphicFramePr>
        <p:xfrm>
          <a:off x="457200" y="1219200"/>
          <a:ext cx="89916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0600">
                  <a:extLst>
                    <a:ext uri="{9D8B030D-6E8A-4147-A177-3AD203B41FA5}">
                      <a16:colId xmlns:a16="http://schemas.microsoft.com/office/drawing/2014/main" val="1260587217"/>
                    </a:ext>
                  </a:extLst>
                </a:gridCol>
                <a:gridCol w="3962400">
                  <a:extLst>
                    <a:ext uri="{9D8B030D-6E8A-4147-A177-3AD203B41FA5}">
                      <a16:colId xmlns:a16="http://schemas.microsoft.com/office/drawing/2014/main" val="205259118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997852941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1246177164"/>
                    </a:ext>
                  </a:extLst>
                </a:gridCol>
                <a:gridCol w="3124200">
                  <a:extLst>
                    <a:ext uri="{9D8B030D-6E8A-4147-A177-3AD203B41FA5}">
                      <a16:colId xmlns:a16="http://schemas.microsoft.com/office/drawing/2014/main" val="255837516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시스템 구분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세부기능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구현 여부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대체 여부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소스 파일명 </a:t>
                      </a:r>
                      <a:endParaRPr lang="en-US" altLang="ko-KR" sz="1000" dirty="0"/>
                    </a:p>
                    <a:p>
                      <a:pPr algn="ctr" latinLnBrk="1"/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함수 또는 </a:t>
                      </a:r>
                      <a:r>
                        <a:rPr lang="en-US" altLang="ko-KR" sz="1000" dirty="0"/>
                        <a:t>class</a:t>
                      </a:r>
                      <a:r>
                        <a:rPr lang="ko-KR" altLang="en-US" sz="1000" dirty="0"/>
                        <a:t>명</a:t>
                      </a:r>
                      <a:r>
                        <a:rPr lang="en-US" altLang="ko-KR" sz="1000" dirty="0"/>
                        <a:t>)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0527650"/>
                  </a:ext>
                </a:extLst>
              </a:tr>
              <a:tr h="0">
                <a:tc rowSpan="5">
                  <a:txBody>
                    <a:bodyPr/>
                    <a:lstStyle/>
                    <a:p>
                      <a:pPr latinLnBrk="1"/>
                      <a:r>
                        <a:rPr lang="en" altLang="ko-KR" sz="1000" dirty="0"/>
                        <a:t>1. Edge System(Python </a:t>
                      </a:r>
                      <a:r>
                        <a:rPr lang="ko-KR" altLang="en-US" sz="1000" dirty="0"/>
                        <a:t>기반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공통</a:t>
                      </a:r>
                      <a:r>
                        <a:rPr lang="en-US" altLang="ko-KR" sz="10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" altLang="ko-KR" sz="1000" dirty="0"/>
                        <a:t>1-1. YoloV5 pretrained model </a:t>
                      </a:r>
                      <a:r>
                        <a:rPr lang="ko-KR" altLang="en-US" sz="1000" dirty="0"/>
                        <a:t>사용</a:t>
                      </a:r>
                      <a:endParaRPr lang="ko-KR" alt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O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X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b="1" dirty="0">
                          <a:solidFill>
                            <a:srgbClr val="BD0000"/>
                          </a:solidFill>
                        </a:rPr>
                        <a:t>이 부분 추가해줘야 함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0923692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" altLang="ko-KR" sz="1000" dirty="0"/>
                        <a:t>1-2. </a:t>
                      </a:r>
                      <a:r>
                        <a:rPr lang="en" altLang="ko-KR" sz="1000" dirty="0" err="1"/>
                        <a:t>Ms</a:t>
                      </a:r>
                      <a:r>
                        <a:rPr lang="en" altLang="ko-KR" sz="1000" dirty="0"/>
                        <a:t> coco </a:t>
                      </a:r>
                      <a:r>
                        <a:rPr lang="ko-KR" altLang="en-US" sz="1000" dirty="0"/>
                        <a:t>훈련데이터 기준 검출 객체 </a:t>
                      </a:r>
                      <a:r>
                        <a:rPr lang="en-US" altLang="ko-KR" sz="1000" dirty="0"/>
                        <a:t>(</a:t>
                      </a:r>
                      <a:r>
                        <a:rPr lang="en" altLang="ko-KR" sz="1000" dirty="0"/>
                        <a:t>Classes) : 80</a:t>
                      </a:r>
                      <a:r>
                        <a:rPr lang="ko-KR" altLang="en-US" sz="1000" dirty="0"/>
                        <a:t>가지 객체 검출 기능</a:t>
                      </a:r>
                      <a:endParaRPr lang="ko-KR" altLang="en-US" sz="10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O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X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7057684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1-3. </a:t>
                      </a:r>
                      <a:r>
                        <a:rPr lang="ko-KR" altLang="en-US" sz="1000" dirty="0"/>
                        <a:t>한 종류의 객체를 동일한 객체로 가능한 </a:t>
                      </a:r>
                      <a:r>
                        <a:rPr lang="en" altLang="ko-KR" sz="1000" dirty="0"/>
                        <a:t>Change Detection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O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X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9717427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1-4. </a:t>
                      </a:r>
                      <a:r>
                        <a:rPr lang="ko-KR" altLang="en-US" sz="1000" dirty="0"/>
                        <a:t>게시를 위한 </a:t>
                      </a:r>
                      <a:r>
                        <a:rPr lang="en" altLang="ko-KR" sz="1000" dirty="0"/>
                        <a:t>HTTP </a:t>
                      </a:r>
                      <a:r>
                        <a:rPr lang="en" altLang="ko-KR" sz="1000" dirty="0" err="1"/>
                        <a:t>Restfull</a:t>
                      </a:r>
                      <a:r>
                        <a:rPr lang="en" altLang="ko-KR" sz="1000" dirty="0"/>
                        <a:t> API </a:t>
                      </a:r>
                      <a:r>
                        <a:rPr lang="ko-KR" altLang="en-US" sz="1000" dirty="0"/>
                        <a:t>사용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공통</a:t>
                      </a:r>
                      <a:r>
                        <a:rPr lang="en-US" altLang="ko-KR" sz="10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O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X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82125830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1-5. </a:t>
                      </a:r>
                      <a:r>
                        <a:rPr lang="ko-KR" altLang="en-US" sz="1000" dirty="0"/>
                        <a:t>기타 추가기능 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더 있을 경우 아래 표 추가</a:t>
                      </a:r>
                      <a:r>
                        <a:rPr lang="en-US" altLang="ko-KR" sz="1000" dirty="0"/>
                        <a:t>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54219046"/>
                  </a:ext>
                </a:extLst>
              </a:tr>
              <a:tr h="0">
                <a:tc rowSpan="5">
                  <a:txBody>
                    <a:bodyPr/>
                    <a:lstStyle/>
                    <a:p>
                      <a:pPr latinLnBrk="1"/>
                      <a:r>
                        <a:rPr lang="en" altLang="ko-KR" sz="1000" dirty="0"/>
                        <a:t>2. Service System(Python, Django </a:t>
                      </a:r>
                      <a:r>
                        <a:rPr lang="ko-KR" altLang="en-US" sz="1000" dirty="0"/>
                        <a:t>기반</a:t>
                      </a:r>
                      <a:r>
                        <a:rPr lang="en-US" altLang="ko-KR" sz="1000" dirty="0"/>
                        <a:t>, </a:t>
                      </a:r>
                      <a:r>
                        <a:rPr lang="en" altLang="ko-KR" sz="1000" dirty="0" err="1"/>
                        <a:t>Pythonanywhere</a:t>
                      </a:r>
                      <a:r>
                        <a:rPr lang="en" altLang="ko-KR" sz="1000" dirty="0"/>
                        <a:t> </a:t>
                      </a:r>
                      <a:r>
                        <a:rPr lang="ko-KR" altLang="en-US" sz="1000" dirty="0"/>
                        <a:t>클라우드상 서비스 구동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일부 확장 기능 가능</a:t>
                      </a:r>
                      <a:r>
                        <a:rPr lang="en-US" altLang="ko-KR" sz="10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2-1. </a:t>
                      </a:r>
                      <a:r>
                        <a:rPr lang="ko-KR" altLang="en-US" sz="1000" dirty="0"/>
                        <a:t>사용자 보안 기능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보안키를 이용한 로그인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공통</a:t>
                      </a:r>
                      <a:r>
                        <a:rPr lang="en-US" altLang="ko-KR" sz="10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O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X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72020411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" altLang="ko-KR" sz="1000" dirty="0"/>
                        <a:t>2-2. Image Blog </a:t>
                      </a:r>
                      <a:r>
                        <a:rPr lang="ko-KR" altLang="en-US" sz="1000" dirty="0"/>
                        <a:t>및 관리 기능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공통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일부 확장 기능 가능</a:t>
                      </a:r>
                      <a:r>
                        <a:rPr lang="en-US" altLang="ko-KR" sz="10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0461811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2-3. </a:t>
                      </a:r>
                      <a:r>
                        <a:rPr lang="ko-KR" altLang="en-US" sz="1000" dirty="0"/>
                        <a:t>게시를 위한 </a:t>
                      </a:r>
                      <a:r>
                        <a:rPr lang="en" altLang="ko-KR" sz="1000" dirty="0"/>
                        <a:t>HTTP </a:t>
                      </a:r>
                      <a:r>
                        <a:rPr lang="en" altLang="ko-KR" sz="1000" dirty="0" err="1"/>
                        <a:t>Restfull</a:t>
                      </a:r>
                      <a:r>
                        <a:rPr lang="en" altLang="ko-KR" sz="1000" dirty="0"/>
                        <a:t> API </a:t>
                      </a:r>
                      <a:r>
                        <a:rPr lang="ko-KR" altLang="en-US" sz="1000" dirty="0"/>
                        <a:t>제공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공통</a:t>
                      </a:r>
                      <a:r>
                        <a:rPr lang="en-US" altLang="ko-KR" sz="10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O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defTabSz="91440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X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30991604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" altLang="ko-KR" sz="1000" dirty="0"/>
                        <a:t>2-4. Image </a:t>
                      </a:r>
                      <a:r>
                        <a:rPr lang="ko-KR" altLang="en-US" sz="1000" dirty="0"/>
                        <a:t>목록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획득을 위한 </a:t>
                      </a:r>
                      <a:r>
                        <a:rPr lang="en" altLang="ko-KR" sz="1000" dirty="0"/>
                        <a:t>HTTP </a:t>
                      </a:r>
                      <a:r>
                        <a:rPr lang="en" altLang="ko-KR" sz="1000" dirty="0" err="1"/>
                        <a:t>Restfull</a:t>
                      </a:r>
                      <a:r>
                        <a:rPr lang="en" altLang="ko-KR" sz="1000" dirty="0"/>
                        <a:t> API </a:t>
                      </a:r>
                      <a:r>
                        <a:rPr lang="ko-KR" altLang="en-US" sz="1000" dirty="0"/>
                        <a:t>제공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신규 추가 필요</a:t>
                      </a:r>
                      <a:r>
                        <a:rPr lang="en-US" altLang="ko-KR" sz="10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9228006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2-5. </a:t>
                      </a:r>
                      <a:r>
                        <a:rPr lang="ko-KR" altLang="en-US" sz="1000" dirty="0"/>
                        <a:t>기타 추가 기능 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더 있을 경우 아래 표 추가</a:t>
                      </a:r>
                      <a:r>
                        <a:rPr lang="en-US" altLang="ko-KR" sz="1000" dirty="0"/>
                        <a:t>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42395334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latinLnBrk="1"/>
                      <a:r>
                        <a:rPr lang="en" altLang="ko-KR" sz="1000" dirty="0"/>
                        <a:t>3. Client System(Android, Native App, </a:t>
                      </a:r>
                      <a:r>
                        <a:rPr lang="ko-KR" altLang="en-US" sz="1000" dirty="0"/>
                        <a:t>개별 제안</a:t>
                      </a:r>
                      <a:r>
                        <a:rPr lang="en-US" altLang="ko-KR" sz="10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" altLang="ko-KR" sz="1000" dirty="0"/>
                        <a:t>3.1. Image list view </a:t>
                      </a:r>
                      <a:r>
                        <a:rPr lang="ko-KR" altLang="en-US" sz="1000" dirty="0"/>
                        <a:t>기능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공통 기능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개별 제안</a:t>
                      </a:r>
                      <a:r>
                        <a:rPr lang="en-US" altLang="ko-KR" sz="10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629213450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" altLang="ko-KR" sz="1000" dirty="0"/>
                        <a:t>3.2. Image </a:t>
                      </a:r>
                      <a:r>
                        <a:rPr lang="ko-KR" altLang="en-US" sz="1000" dirty="0"/>
                        <a:t>목록</a:t>
                      </a:r>
                      <a:r>
                        <a:rPr lang="en-US" altLang="ko-KR" sz="1000" dirty="0"/>
                        <a:t>, </a:t>
                      </a:r>
                      <a:r>
                        <a:rPr lang="ko-KR" altLang="en-US" sz="1000" dirty="0"/>
                        <a:t>획득을 위한 </a:t>
                      </a:r>
                      <a:r>
                        <a:rPr lang="en" altLang="ko-KR" sz="1000" dirty="0"/>
                        <a:t>HTTP </a:t>
                      </a:r>
                      <a:r>
                        <a:rPr lang="en" altLang="ko-KR" sz="1000" dirty="0" err="1"/>
                        <a:t>Restfull</a:t>
                      </a:r>
                      <a:r>
                        <a:rPr lang="en" altLang="ko-KR" sz="1000" dirty="0"/>
                        <a:t> API </a:t>
                      </a:r>
                      <a:r>
                        <a:rPr lang="ko-KR" altLang="en-US" sz="1000" dirty="0"/>
                        <a:t>사용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신규 추가 필요</a:t>
                      </a:r>
                      <a:r>
                        <a:rPr lang="en-US" altLang="ko-KR" sz="10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3956601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3.3. </a:t>
                      </a:r>
                      <a:r>
                        <a:rPr lang="ko-KR" altLang="en-US" sz="1000" dirty="0"/>
                        <a:t>공통기능 및 추가기능을 활용한 사용자 시나리오 및 </a:t>
                      </a:r>
                      <a:r>
                        <a:rPr lang="en" altLang="ko-KR" sz="1000" dirty="0"/>
                        <a:t>UI </a:t>
                      </a:r>
                      <a:r>
                        <a:rPr lang="ko-KR" altLang="en-US" sz="1000" dirty="0"/>
                        <a:t>제공 </a:t>
                      </a:r>
                      <a:r>
                        <a:rPr lang="en-US" altLang="ko-KR" sz="1000" dirty="0"/>
                        <a:t>(</a:t>
                      </a:r>
                      <a:r>
                        <a:rPr lang="ko-KR" altLang="en-US" sz="1000" dirty="0"/>
                        <a:t>신규 추가 필요</a:t>
                      </a:r>
                      <a:r>
                        <a:rPr lang="en-US" altLang="ko-KR" sz="1000" dirty="0"/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596269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3-4. </a:t>
                      </a:r>
                      <a:r>
                        <a:rPr lang="ko-KR" altLang="en-US" sz="1000" dirty="0"/>
                        <a:t>추가 기능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5756393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3098560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5C953FC-8DC7-DEB6-AC4F-171A8F72D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040" y="609888"/>
            <a:ext cx="8757919" cy="307777"/>
          </a:xfrm>
        </p:spPr>
        <p:txBody>
          <a:bodyPr/>
          <a:lstStyle/>
          <a:p>
            <a:r>
              <a:rPr lang="ko-KR" altLang="en-US" sz="2000" dirty="0">
                <a:solidFill>
                  <a:schemeClr val="tx2"/>
                </a:solidFill>
              </a:rPr>
              <a:t>기능 </a:t>
            </a:r>
            <a:r>
              <a:rPr lang="en-US" altLang="ko-KR" sz="2000" dirty="0">
                <a:solidFill>
                  <a:schemeClr val="tx2"/>
                </a:solidFill>
              </a:rPr>
              <a:t>-</a:t>
            </a:r>
            <a:r>
              <a:rPr lang="ko-KR" altLang="en-US" sz="2000" dirty="0">
                <a:solidFill>
                  <a:schemeClr val="tx2"/>
                </a:solidFill>
              </a:rPr>
              <a:t> </a:t>
            </a:r>
            <a:r>
              <a:rPr lang="en-US" altLang="ko-KR" sz="2000" dirty="0">
                <a:solidFill>
                  <a:schemeClr val="tx2"/>
                </a:solidFill>
              </a:rPr>
              <a:t>1. Edge System(Python </a:t>
            </a:r>
            <a:r>
              <a:rPr lang="ko-KR" altLang="en-US" sz="2000" dirty="0">
                <a:solidFill>
                  <a:schemeClr val="tx2"/>
                </a:solidFill>
              </a:rPr>
              <a:t>기반</a:t>
            </a:r>
            <a:r>
              <a:rPr lang="en-US" altLang="ko-KR" sz="2000" dirty="0">
                <a:solidFill>
                  <a:schemeClr val="tx2"/>
                </a:solidFill>
              </a:rPr>
              <a:t>, </a:t>
            </a:r>
            <a:r>
              <a:rPr lang="ko-KR" altLang="en-US" sz="2000" dirty="0">
                <a:solidFill>
                  <a:schemeClr val="tx2"/>
                </a:solidFill>
              </a:rPr>
              <a:t>공통</a:t>
            </a:r>
            <a:r>
              <a:rPr lang="en-US" altLang="ko-KR" sz="2000" dirty="0">
                <a:solidFill>
                  <a:schemeClr val="tx2"/>
                </a:solidFill>
              </a:rPr>
              <a:t>)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BC2D131-20C9-3743-0C3C-F48B12A4E9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5300" y="1143000"/>
            <a:ext cx="4309110" cy="1436291"/>
          </a:xfrm>
        </p:spPr>
        <p:txBody>
          <a:bodyPr/>
          <a:lstStyle/>
          <a:p>
            <a:pPr marL="12065">
              <a:lnSpc>
                <a:spcPct val="100000"/>
              </a:lnSpc>
              <a:spcBef>
                <a:spcPts val="105"/>
              </a:spcBef>
              <a:tabLst>
                <a:tab pos="299720" algn="l"/>
              </a:tabLst>
            </a:pPr>
            <a:r>
              <a:rPr lang="en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1-1. YoloV5 pretrained model 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사용</a:t>
            </a:r>
            <a:endParaRPr kumimoji="0" lang="en-US" altLang="ko-KR" sz="1200" b="0" i="0" u="none" strike="noStrike" kern="0" cap="none" spc="-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Malgun Gothic"/>
            </a:endParaRPr>
          </a:p>
          <a:p>
            <a:pPr marL="171450" indent="-171450">
              <a:spcBef>
                <a:spcPts val="1440"/>
              </a:spcBef>
              <a:buFontTx/>
              <a:buChar char="-"/>
              <a:tabLst>
                <a:tab pos="690880" algn="l"/>
                <a:tab pos="691515" algn="l"/>
              </a:tabLst>
            </a:pPr>
            <a:r>
              <a:rPr kumimoji="0" lang="ko-KR" altLang="en-US" sz="12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사용자의 생활 루틴을 감시하고 </a:t>
            </a:r>
            <a:r>
              <a:rPr kumimoji="0" lang="en-US" altLang="ko-KR" sz="12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LLM</a:t>
            </a:r>
            <a:r>
              <a:rPr kumimoji="0" lang="ko-KR" altLang="en-US" sz="12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을 활용해서 적절한 피드백을 제공하기 위해서는</a:t>
            </a:r>
            <a:r>
              <a:rPr kumimoji="0" lang="en-US" altLang="ko-KR" sz="12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, </a:t>
            </a:r>
            <a:r>
              <a:rPr kumimoji="0" lang="ko-KR" altLang="en-US" sz="12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우선 사용자와 맞닿는 </a:t>
            </a:r>
            <a:r>
              <a:rPr kumimoji="0" lang="en-US" altLang="ko-KR" sz="12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Edge System</a:t>
            </a:r>
            <a:r>
              <a:rPr kumimoji="0" lang="ko-KR" altLang="en-US" sz="12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으로 카메라를 활용해서 객체 변화를 검출해야 함</a:t>
            </a:r>
            <a:r>
              <a:rPr kumimoji="0" lang="en-US" altLang="ko-KR" sz="12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.</a:t>
            </a:r>
          </a:p>
          <a:p>
            <a:pPr marL="171450" indent="-171450">
              <a:spcBef>
                <a:spcPts val="1440"/>
              </a:spcBef>
              <a:buFontTx/>
              <a:buChar char="-"/>
              <a:tabLst>
                <a:tab pos="690880" algn="l"/>
                <a:tab pos="691515" algn="l"/>
              </a:tabLst>
            </a:pPr>
            <a:r>
              <a:rPr lang="ko-KR" altLang="en-US" sz="1200" spc="-5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Gulim"/>
              </a:rPr>
              <a:t>이를 위해서 </a:t>
            </a:r>
            <a:r>
              <a:rPr lang="en-US" altLang="ko-KR" sz="1200" spc="-5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Gulim"/>
              </a:rPr>
              <a:t>YoloV5 pretrained model</a:t>
            </a:r>
            <a:r>
              <a:rPr lang="ko-KR" altLang="en-US" sz="1200" spc="-5" dirty="0"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Gulim"/>
              </a:rPr>
              <a:t>을 활용함</a:t>
            </a:r>
            <a:endParaRPr lang="ko-KR" altLang="en-US" sz="800" dirty="0">
              <a:latin typeface="+mn-ea"/>
              <a:cs typeface="Gulim"/>
            </a:endParaRPr>
          </a:p>
          <a:p>
            <a:endParaRPr kumimoji="1" lang="ko-KR" altLang="en-US" sz="800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DAA10C6-B376-C92B-2E3F-39E2C58C9A97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5101590" y="1143000"/>
            <a:ext cx="4309110" cy="1985159"/>
          </a:xfrm>
        </p:spPr>
        <p:txBody>
          <a:bodyPr/>
          <a:lstStyle/>
          <a:p>
            <a:pPr marL="12065">
              <a:lnSpc>
                <a:spcPct val="100000"/>
              </a:lnSpc>
              <a:spcBef>
                <a:spcPts val="105"/>
              </a:spcBef>
              <a:tabLst>
                <a:tab pos="299720" algn="l"/>
              </a:tabLst>
            </a:pPr>
            <a:r>
              <a:rPr lang="en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1-2. </a:t>
            </a:r>
            <a:r>
              <a:rPr lang="en" altLang="ko-KR" sz="1400" spc="-5" dirty="0" err="1">
                <a:solidFill>
                  <a:srgbClr val="558ED5"/>
                </a:solidFill>
                <a:latin typeface="+mn-ea"/>
                <a:cs typeface="Malgun Gothic"/>
              </a:rPr>
              <a:t>Ms</a:t>
            </a:r>
            <a:r>
              <a:rPr lang="en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 coco 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훈련데이터 기준 검출 객체 </a:t>
            </a: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(</a:t>
            </a:r>
            <a:r>
              <a:rPr lang="en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Classes) : 80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가지 객체 검출 기능</a:t>
            </a:r>
            <a:endParaRPr lang="en-US" altLang="ko-KR" sz="1400" spc="-5" dirty="0">
              <a:solidFill>
                <a:srgbClr val="558ED5"/>
              </a:solidFill>
              <a:latin typeface="+mn-ea"/>
              <a:cs typeface="Malgun Gothic"/>
            </a:endParaRPr>
          </a:p>
          <a:p>
            <a:pPr marL="183515" indent="-171450">
              <a:lnSpc>
                <a:spcPct val="100000"/>
              </a:lnSpc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ko-KR" altLang="en-US" sz="1200" spc="-5" dirty="0">
                <a:solidFill>
                  <a:schemeClr val="tx1"/>
                </a:solidFill>
                <a:latin typeface="+mn-ea"/>
                <a:cs typeface="Malgun Gothic"/>
              </a:rPr>
              <a:t>본 연구에서 목표로 하는 사용자의 생활 루틴을 감지하기 위해서는 </a:t>
            </a:r>
            <a:r>
              <a:rPr lang="ko-KR" altLang="en-US" sz="1200" b="1" spc="-5" dirty="0">
                <a:solidFill>
                  <a:schemeClr val="tx1"/>
                </a:solidFill>
                <a:latin typeface="+mn-ea"/>
                <a:cs typeface="Malgun Gothic"/>
              </a:rPr>
              <a:t>주변 객체와의 상호작용을 포착할 수 있어야 함</a:t>
            </a:r>
            <a:r>
              <a:rPr lang="en-US" altLang="ko-KR" sz="1200" b="1" spc="-5" dirty="0">
                <a:solidFill>
                  <a:schemeClr val="tx1"/>
                </a:solidFill>
                <a:latin typeface="+mn-ea"/>
                <a:cs typeface="Malgun Gothic"/>
              </a:rPr>
              <a:t>.</a:t>
            </a:r>
          </a:p>
          <a:p>
            <a:pPr marL="183515" indent="-171450">
              <a:lnSpc>
                <a:spcPct val="100000"/>
              </a:lnSpc>
              <a:spcBef>
                <a:spcPts val="105"/>
              </a:spcBef>
              <a:buFontTx/>
              <a:buChar char="-"/>
              <a:tabLst>
                <a:tab pos="299720" algn="l"/>
              </a:tabLst>
            </a:pPr>
            <a:r>
              <a:rPr lang="ko-KR" altLang="en-US" sz="1200" spc="-5" dirty="0">
                <a:solidFill>
                  <a:schemeClr val="tx1"/>
                </a:solidFill>
                <a:latin typeface="+mn-ea"/>
                <a:cs typeface="Malgun Gothic"/>
              </a:rPr>
              <a:t>따라서 이를 위해 </a:t>
            </a:r>
            <a:r>
              <a:rPr lang="en-US" altLang="ko-KR" sz="1200" spc="-5" dirty="0" err="1">
                <a:solidFill>
                  <a:schemeClr val="tx1"/>
                </a:solidFill>
                <a:latin typeface="+mn-ea"/>
                <a:cs typeface="Malgun Gothic"/>
              </a:rPr>
              <a:t>Ms</a:t>
            </a:r>
            <a:r>
              <a:rPr lang="en-US" altLang="ko-KR" sz="1200" spc="-5" dirty="0">
                <a:solidFill>
                  <a:schemeClr val="tx1"/>
                </a:solidFill>
                <a:latin typeface="+mn-ea"/>
                <a:cs typeface="Malgun Gothic"/>
              </a:rPr>
              <a:t> coco </a:t>
            </a:r>
            <a:r>
              <a:rPr lang="ko-KR" altLang="en-US" sz="1200" spc="-5" dirty="0">
                <a:solidFill>
                  <a:schemeClr val="tx1"/>
                </a:solidFill>
                <a:latin typeface="+mn-ea"/>
                <a:cs typeface="Malgun Gothic"/>
              </a:rPr>
              <a:t>훈련 데이터 기준 </a:t>
            </a:r>
            <a:r>
              <a:rPr lang="en-US" altLang="ko-KR" sz="1200" spc="-5" dirty="0">
                <a:solidFill>
                  <a:schemeClr val="tx1"/>
                </a:solidFill>
                <a:latin typeface="+mn-ea"/>
                <a:cs typeface="Malgun Gothic"/>
              </a:rPr>
              <a:t>80</a:t>
            </a:r>
            <a:r>
              <a:rPr lang="ko-KR" altLang="en-US" sz="1200" spc="-5" dirty="0">
                <a:solidFill>
                  <a:schemeClr val="tx1"/>
                </a:solidFill>
                <a:latin typeface="+mn-ea"/>
                <a:cs typeface="Malgun Gothic"/>
              </a:rPr>
              <a:t>가지 검출 객체를 포착하고 구분할 수 있도록 설계함</a:t>
            </a:r>
            <a:r>
              <a:rPr lang="en-US" altLang="ko-KR" sz="1200" spc="-5" dirty="0">
                <a:solidFill>
                  <a:schemeClr val="tx1"/>
                </a:solidFill>
                <a:latin typeface="+mn-ea"/>
                <a:cs typeface="Malgun Gothic"/>
              </a:rPr>
              <a:t>.</a:t>
            </a:r>
          </a:p>
          <a:p>
            <a:pPr marL="403225" lvl="1">
              <a:lnSpc>
                <a:spcPct val="100000"/>
              </a:lnSpc>
              <a:spcBef>
                <a:spcPts val="1440"/>
              </a:spcBef>
              <a:tabLst>
                <a:tab pos="690880" algn="l"/>
                <a:tab pos="691515" algn="l"/>
              </a:tabLst>
            </a:pP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spc="-5" dirty="0">
                <a:solidFill>
                  <a:srgbClr val="FF0000"/>
                </a:solidFill>
                <a:latin typeface="+mn-ea"/>
                <a:cs typeface="Malgun Gothic"/>
              </a:rPr>
              <a:t>기능 동작 캡처 화면 제시</a:t>
            </a: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  <a:endParaRPr lang="en-US" altLang="ko-KR" sz="1200" dirty="0">
              <a:latin typeface="+mn-ea"/>
              <a:cs typeface="Gulim"/>
            </a:endParaRPr>
          </a:p>
          <a:p>
            <a:pPr marL="233680" indent="-287655"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endParaRPr lang="ko-KR" altLang="en-US" sz="800" dirty="0">
              <a:latin typeface="+mn-ea"/>
              <a:cs typeface="Gulim"/>
            </a:endParaRPr>
          </a:p>
          <a:p>
            <a:endParaRPr kumimoji="1" lang="ko-KR" altLang="en-US" sz="800" dirty="0"/>
          </a:p>
        </p:txBody>
      </p:sp>
      <p:pic>
        <p:nvPicPr>
          <p:cNvPr id="17" name="그림 16" descr="텍스트, 인간의 얼굴, 스크린샷, 사람이(가) 표시된 사진">
            <a:extLst>
              <a:ext uri="{FF2B5EF4-FFF2-40B4-BE49-F238E27FC236}">
                <a16:creationId xmlns:a16="http://schemas.microsoft.com/office/drawing/2014/main" id="{47C67887-3997-DCA3-9B52-F92791E68E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301" y="2824946"/>
            <a:ext cx="2387714" cy="1899454"/>
          </a:xfrm>
          <a:prstGeom prst="rect">
            <a:avLst/>
          </a:prstGeom>
        </p:spPr>
      </p:pic>
      <p:pic>
        <p:nvPicPr>
          <p:cNvPr id="19" name="그림 18" descr="텍스트, 인간의 얼굴, 스크린샷, 사람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5961A2A-F4F9-53B7-BF5B-93F61C11B5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7787" y="2824946"/>
            <a:ext cx="1879812" cy="1899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925372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A5B8D7-C5C5-CAC1-D5C7-28C400B3E0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1159D3-774A-6D59-37D3-1D6B85B38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040" y="609888"/>
            <a:ext cx="8757919" cy="307777"/>
          </a:xfrm>
        </p:spPr>
        <p:txBody>
          <a:bodyPr/>
          <a:lstStyle/>
          <a:p>
            <a:r>
              <a:rPr lang="ko-KR" altLang="en-US" sz="2000" dirty="0">
                <a:solidFill>
                  <a:schemeClr val="tx2"/>
                </a:solidFill>
              </a:rPr>
              <a:t>기능 </a:t>
            </a:r>
            <a:r>
              <a:rPr lang="en-US" altLang="ko-KR" sz="2000" dirty="0">
                <a:solidFill>
                  <a:schemeClr val="tx2"/>
                </a:solidFill>
              </a:rPr>
              <a:t>-</a:t>
            </a:r>
            <a:r>
              <a:rPr lang="ko-KR" altLang="en-US" sz="2000" dirty="0">
                <a:solidFill>
                  <a:schemeClr val="tx2"/>
                </a:solidFill>
              </a:rPr>
              <a:t> </a:t>
            </a:r>
            <a:r>
              <a:rPr lang="en-US" altLang="ko-KR" sz="2000" dirty="0">
                <a:solidFill>
                  <a:schemeClr val="tx2"/>
                </a:solidFill>
              </a:rPr>
              <a:t>1. Edge System(Python </a:t>
            </a:r>
            <a:r>
              <a:rPr lang="ko-KR" altLang="en-US" sz="2000" dirty="0">
                <a:solidFill>
                  <a:schemeClr val="tx2"/>
                </a:solidFill>
              </a:rPr>
              <a:t>기반</a:t>
            </a:r>
            <a:r>
              <a:rPr lang="en-US" altLang="ko-KR" sz="2000" dirty="0">
                <a:solidFill>
                  <a:schemeClr val="tx2"/>
                </a:solidFill>
              </a:rPr>
              <a:t>, </a:t>
            </a:r>
            <a:r>
              <a:rPr lang="ko-KR" altLang="en-US" sz="2000" dirty="0">
                <a:solidFill>
                  <a:schemeClr val="tx2"/>
                </a:solidFill>
              </a:rPr>
              <a:t>공통</a:t>
            </a:r>
            <a:r>
              <a:rPr lang="en-US" altLang="ko-KR" sz="2000" dirty="0">
                <a:solidFill>
                  <a:schemeClr val="tx2"/>
                </a:solidFill>
              </a:rPr>
              <a:t>)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44210D7-4E65-66C3-05E8-130DC5E8A1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5300" y="1143000"/>
            <a:ext cx="4309110" cy="2354491"/>
          </a:xfrm>
        </p:spPr>
        <p:txBody>
          <a:bodyPr/>
          <a:lstStyle/>
          <a:p>
            <a:pPr marL="12065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>
                <a:tab pos="299720" algn="l"/>
              </a:tabLst>
              <a:defRPr/>
            </a:pPr>
            <a:r>
              <a:rPr kumimoji="0" lang="en-US" altLang="ko-KR" sz="1400" b="0" i="0" u="none" strike="noStrike" kern="0" cap="none" spc="-5" normalizeH="0" baseline="0" noProof="0" dirty="0">
                <a:ln>
                  <a:noFill/>
                </a:ln>
                <a:solidFill>
                  <a:srgbClr val="558ED5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1-3. </a:t>
            </a:r>
            <a:r>
              <a:rPr kumimoji="0" lang="ko-KR" altLang="en-US" sz="1400" b="0" i="0" u="none" strike="noStrike" kern="0" cap="none" spc="-5" normalizeH="0" baseline="0" noProof="0" dirty="0">
                <a:ln>
                  <a:noFill/>
                </a:ln>
                <a:solidFill>
                  <a:srgbClr val="558ED5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한 종류의 객체를 동일한 객체로 가능한 </a:t>
            </a:r>
            <a:r>
              <a:rPr kumimoji="0" lang="en" altLang="ko-KR" sz="1400" b="0" i="0" u="none" strike="noStrike" kern="0" cap="none" spc="-5" normalizeH="0" baseline="0" noProof="0" dirty="0">
                <a:ln>
                  <a:noFill/>
                </a:ln>
                <a:solidFill>
                  <a:srgbClr val="558ED5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Change Detection</a:t>
            </a:r>
            <a:endParaRPr kumimoji="0" lang="en-US" altLang="ko-KR" sz="1200" b="0" i="0" u="none" strike="noStrike" kern="0" cap="none" spc="-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Malgun Gothic"/>
            </a:endParaRPr>
          </a:p>
          <a:p>
            <a:pPr marL="183515" marR="0" lvl="0" indent="-17145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Char char="-"/>
              <a:tabLst>
                <a:tab pos="299720" algn="l"/>
              </a:tabLst>
              <a:defRPr/>
            </a:pPr>
            <a:r>
              <a:rPr kumimoji="0" lang="ko-KR" altLang="en-US" sz="12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연속적인 관찰 데이터로부터 </a:t>
            </a:r>
            <a:r>
              <a:rPr kumimoji="0" lang="ko-KR" altLang="en-US" sz="1200" b="1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의미 있는 변화 이벤트를 자동으로 추출하는 핵심 메커니즘</a:t>
            </a:r>
            <a:r>
              <a:rPr kumimoji="0" lang="ko-KR" altLang="en-US" sz="12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으로 활용됨</a:t>
            </a:r>
            <a:endParaRPr kumimoji="0" lang="en-US" altLang="ko-KR" sz="1200" b="0" i="0" u="none" strike="noStrike" kern="0" cap="none" spc="-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Malgun Gothic"/>
            </a:endParaRPr>
          </a:p>
          <a:p>
            <a:pPr marL="183515" marR="0" lvl="0" indent="-17145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Char char="-"/>
              <a:tabLst>
                <a:tab pos="299720" algn="l"/>
              </a:tabLst>
              <a:defRPr/>
            </a:pPr>
            <a:r>
              <a:rPr kumimoji="0" lang="ko-KR" altLang="en-US" sz="12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이전 프레임과 현재 프레임을 비교하여 </a:t>
            </a:r>
            <a:r>
              <a:rPr kumimoji="0" lang="ko-KR" altLang="en-US" sz="1200" b="1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새롭게 등장한 객체를 감지</a:t>
            </a:r>
            <a:r>
              <a:rPr kumimoji="0" lang="ko-KR" altLang="en-US" sz="12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하고</a:t>
            </a:r>
            <a:r>
              <a:rPr kumimoji="0" lang="en-US" altLang="ko-KR" sz="12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, </a:t>
            </a:r>
            <a:r>
              <a:rPr kumimoji="0" lang="ko-KR" altLang="en-US" sz="1200" b="0" i="0" u="none" strike="noStrike" kern="0" cap="none" spc="-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해당 시점의 이미지를 저장 및 서버로 전송하여 행동 로그를 자동으로 생성함</a:t>
            </a:r>
            <a:endParaRPr kumimoji="0" lang="en-US" altLang="ko-KR" sz="1200" b="0" i="0" u="none" strike="noStrike" kern="0" cap="none" spc="-5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Malgun Gothic"/>
            </a:endParaRPr>
          </a:p>
          <a:p>
            <a:pPr marL="12065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>
                <a:tab pos="299720" algn="l"/>
              </a:tabLst>
              <a:defRPr/>
            </a:pPr>
            <a:endParaRPr kumimoji="0" lang="en-US" altLang="ko-KR" sz="1400" b="0" i="1" u="none" strike="noStrike" kern="0" cap="none" spc="-5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Malgun Gothic"/>
            </a:endParaRPr>
          </a:p>
          <a:p>
            <a:pPr marL="12065" marR="0" lvl="0" indent="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None/>
              <a:tabLst>
                <a:tab pos="299720" algn="l"/>
              </a:tabLst>
              <a:defRPr/>
            </a:pPr>
            <a:r>
              <a:rPr kumimoji="0" lang="en-US" altLang="ko-KR" sz="1200" b="0" i="1" u="none" strike="noStrike" kern="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(</a:t>
            </a:r>
            <a:r>
              <a:rPr kumimoji="0" lang="ko-KR" altLang="en-US" sz="1200" b="0" i="1" u="none" strike="noStrike" kern="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기능 동작 캡처 화면 제시</a:t>
            </a:r>
            <a:r>
              <a:rPr kumimoji="0" lang="en-US" altLang="ko-KR" sz="1200" b="0" i="1" u="none" strike="noStrike" kern="0" cap="none" spc="-5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)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Gulim"/>
            </a:endParaRPr>
          </a:p>
          <a:p>
            <a:pPr marL="233680" marR="0" lvl="0" indent="-287655" algn="l" defTabSz="914400" rtl="0" eaLnBrk="1" fontAlgn="auto" latinLnBrk="0" hangingPunct="1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Tx/>
              <a:buSzTx/>
              <a:buFontTx/>
              <a:buChar char="-"/>
              <a:tabLst>
                <a:tab pos="690880" algn="l"/>
                <a:tab pos="691515" algn="l"/>
              </a:tabLst>
              <a:defRPr/>
            </a:pPr>
            <a:endParaRPr kumimoji="0" lang="ko-KR" alt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Gulim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800" b="0" i="0" u="none" strike="noStrike" kern="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맑은 고딕" panose="020B0503020000020004" pitchFamily="50" charset="-127"/>
              <a:cs typeface="+mn-cs"/>
            </a:endParaRPr>
          </a:p>
          <a:p>
            <a:endParaRPr kumimoji="1" lang="ko-KR" altLang="en-US" sz="800" dirty="0"/>
          </a:p>
        </p:txBody>
      </p:sp>
    </p:spTree>
    <p:extLst>
      <p:ext uri="{BB962C8B-B14F-4D97-AF65-F5344CB8AC3E}">
        <p14:creationId xmlns:p14="http://schemas.microsoft.com/office/powerpoint/2010/main" val="24156202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D0066-0E7D-BFA8-DE4E-E88C0F3FA0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F54550-495F-F862-71A8-F66FF83121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040" y="609888"/>
            <a:ext cx="8757919" cy="307777"/>
          </a:xfrm>
        </p:spPr>
        <p:txBody>
          <a:bodyPr/>
          <a:lstStyle/>
          <a:p>
            <a:r>
              <a:rPr lang="ko-KR" altLang="en-US" sz="2000" dirty="0">
                <a:solidFill>
                  <a:schemeClr val="tx2"/>
                </a:solidFill>
              </a:rPr>
              <a:t>기능 </a:t>
            </a:r>
            <a:r>
              <a:rPr lang="en-US" altLang="ko-KR" sz="2000" dirty="0">
                <a:solidFill>
                  <a:schemeClr val="tx2"/>
                </a:solidFill>
              </a:rPr>
              <a:t>-</a:t>
            </a:r>
            <a:r>
              <a:rPr lang="ko-KR" altLang="en-US" sz="2000" dirty="0">
                <a:solidFill>
                  <a:schemeClr val="tx2"/>
                </a:solidFill>
              </a:rPr>
              <a:t> </a:t>
            </a:r>
            <a:r>
              <a:rPr lang="en-US" altLang="ko-KR" sz="2000" dirty="0">
                <a:solidFill>
                  <a:schemeClr val="tx2"/>
                </a:solidFill>
              </a:rPr>
              <a:t>1. Edge System(Python </a:t>
            </a:r>
            <a:r>
              <a:rPr lang="ko-KR" altLang="en-US" sz="2000" dirty="0">
                <a:solidFill>
                  <a:schemeClr val="tx2"/>
                </a:solidFill>
              </a:rPr>
              <a:t>기반</a:t>
            </a:r>
            <a:r>
              <a:rPr lang="en-US" altLang="ko-KR" sz="2000" dirty="0">
                <a:solidFill>
                  <a:schemeClr val="tx2"/>
                </a:solidFill>
              </a:rPr>
              <a:t>, </a:t>
            </a:r>
            <a:r>
              <a:rPr lang="ko-KR" altLang="en-US" sz="2000" dirty="0">
                <a:solidFill>
                  <a:schemeClr val="tx2"/>
                </a:solidFill>
              </a:rPr>
              <a:t>공통</a:t>
            </a:r>
            <a:r>
              <a:rPr lang="en-US" altLang="ko-KR" sz="2000" dirty="0">
                <a:solidFill>
                  <a:schemeClr val="tx2"/>
                </a:solidFill>
              </a:rPr>
              <a:t>)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A418836-A512-1E1B-FEC3-3699FED65D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5300" y="1143000"/>
            <a:ext cx="4309110" cy="1695336"/>
          </a:xfrm>
        </p:spPr>
        <p:txBody>
          <a:bodyPr/>
          <a:lstStyle/>
          <a:p>
            <a:pPr marL="12065" latinLnBrk="0">
              <a:spcBef>
                <a:spcPts val="105"/>
              </a:spcBef>
              <a:tabLst>
                <a:tab pos="299720" algn="l"/>
              </a:tabLst>
            </a:pP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1-4. 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게시를 위한 </a:t>
            </a:r>
            <a:r>
              <a:rPr lang="en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HTTP Restfull API 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사용</a:t>
            </a: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(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공통</a:t>
            </a: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)</a:t>
            </a:r>
            <a:endParaRPr lang="ko-KR" altLang="en-US" sz="1400" b="1" spc="-5" dirty="0">
              <a:solidFill>
                <a:srgbClr val="558ED5"/>
              </a:solidFill>
              <a:latin typeface="+mn-ea"/>
              <a:cs typeface="Malgun Gothic"/>
            </a:endParaRPr>
          </a:p>
          <a:p>
            <a:pPr marL="183515" marR="0" lvl="0" indent="-171450" algn="l" defTabSz="914400" rtl="0" eaLnBrk="1" fontAlgn="auto" latinLnBrk="0" hangingPunct="1">
              <a:lnSpc>
                <a:spcPct val="100000"/>
              </a:lnSpc>
              <a:spcBef>
                <a:spcPts val="105"/>
              </a:spcBef>
              <a:spcAft>
                <a:spcPts val="0"/>
              </a:spcAft>
              <a:buClrTx/>
              <a:buSzTx/>
              <a:buFontTx/>
              <a:buChar char="-"/>
              <a:tabLst>
                <a:tab pos="299720" algn="l"/>
              </a:tabLst>
              <a:defRPr/>
            </a:pPr>
            <a:r>
              <a:rPr lang="en-US" altLang="ko-KR" sz="1200" spc="-5" dirty="0">
                <a:solidFill>
                  <a:prstClr val="black"/>
                </a:solidFill>
                <a:latin typeface="맑은 고딕" panose="020B0503020000020004" pitchFamily="50" charset="-127"/>
                <a:cs typeface="Malgun Gothic"/>
              </a:rPr>
              <a:t>YoloV5</a:t>
            </a:r>
            <a:r>
              <a:rPr lang="ko-KR" altLang="en-US" sz="1200" spc="-5" dirty="0">
                <a:solidFill>
                  <a:prstClr val="black"/>
                </a:solidFill>
                <a:latin typeface="맑은 고딕" panose="020B0503020000020004" pitchFamily="50" charset="-127"/>
                <a:cs typeface="Malgun Gothic"/>
              </a:rPr>
              <a:t>를 활용해서 검출된 객체를 </a:t>
            </a:r>
            <a:r>
              <a:rPr lang="en-US" altLang="ko-KR" sz="1200" spc="-5" dirty="0" err="1">
                <a:solidFill>
                  <a:prstClr val="black"/>
                </a:solidFill>
                <a:latin typeface="맑은 고딕" panose="020B0503020000020004" pitchFamily="50" charset="-127"/>
                <a:cs typeface="Malgun Gothic"/>
              </a:rPr>
              <a:t>PhotoBlogServer</a:t>
            </a:r>
            <a:r>
              <a:rPr lang="ko-KR" altLang="en-US" sz="1200" spc="-5" dirty="0">
                <a:solidFill>
                  <a:prstClr val="black"/>
                </a:solidFill>
                <a:latin typeface="맑은 고딕" panose="020B0503020000020004" pitchFamily="50" charset="-127"/>
                <a:cs typeface="Malgun Gothic"/>
              </a:rPr>
              <a:t>에 저장할 때</a:t>
            </a:r>
            <a:r>
              <a:rPr lang="en-US" altLang="ko-KR" sz="1200" spc="-5" dirty="0">
                <a:solidFill>
                  <a:prstClr val="black"/>
                </a:solidFill>
                <a:latin typeface="맑은 고딕" panose="020B0503020000020004" pitchFamily="50" charset="-127"/>
                <a:cs typeface="Malgun Gothic"/>
              </a:rPr>
              <a:t>, </a:t>
            </a:r>
            <a:r>
              <a:rPr lang="ko-KR" altLang="en-US" sz="1200" spc="-5" dirty="0">
                <a:solidFill>
                  <a:prstClr val="black"/>
                </a:solidFill>
                <a:latin typeface="맑은 고딕" panose="020B0503020000020004" pitchFamily="50" charset="-127"/>
                <a:cs typeface="Malgun Gothic"/>
              </a:rPr>
              <a:t>사용되는 </a:t>
            </a:r>
            <a:r>
              <a:rPr lang="en-US" altLang="ko-KR" sz="1200" spc="-5" dirty="0">
                <a:solidFill>
                  <a:prstClr val="black"/>
                </a:solidFill>
                <a:latin typeface="맑은 고딕" panose="020B0503020000020004" pitchFamily="50" charset="-127"/>
                <a:cs typeface="Malgun Gothic"/>
              </a:rPr>
              <a:t>RESTful API</a:t>
            </a:r>
            <a:r>
              <a:rPr lang="ko-KR" altLang="en-US" sz="1200" spc="-5" dirty="0">
                <a:solidFill>
                  <a:prstClr val="black"/>
                </a:solidFill>
                <a:latin typeface="맑은 고딕" panose="020B0503020000020004" pitchFamily="50" charset="-127"/>
                <a:cs typeface="Malgun Gothic"/>
              </a:rPr>
              <a:t>는 다음과 같다</a:t>
            </a:r>
            <a:r>
              <a:rPr lang="en-US" altLang="ko-KR" sz="1200" spc="-5" dirty="0">
                <a:solidFill>
                  <a:prstClr val="black"/>
                </a:solidFill>
                <a:latin typeface="맑은 고딕" panose="020B0503020000020004" pitchFamily="50" charset="-127"/>
                <a:cs typeface="Malgun Gothic"/>
              </a:rPr>
              <a:t>.</a:t>
            </a:r>
          </a:p>
          <a:p>
            <a:pPr marL="640715" lvl="1" indent="-171450" latinLnBrk="0">
              <a:spcBef>
                <a:spcPts val="105"/>
              </a:spcBef>
              <a:buFontTx/>
              <a:buChar char="-"/>
              <a:tabLst>
                <a:tab pos="299720" algn="l"/>
              </a:tabLst>
              <a:defRPr/>
            </a:pPr>
            <a:r>
              <a:rPr lang="en-US" altLang="ko-KR" sz="1200" spc="-5" dirty="0">
                <a:solidFill>
                  <a:prstClr val="black"/>
                </a:solidFill>
                <a:latin typeface="맑은 고딕" panose="020B0503020000020004" pitchFamily="50" charset="-127"/>
                <a:cs typeface="Malgun Gothic"/>
              </a:rPr>
              <a:t>Post API (Method: POST) [</a:t>
            </a:r>
            <a:r>
              <a:rPr lang="ko-KR" altLang="en-US" sz="1200" spc="-5" dirty="0">
                <a:solidFill>
                  <a:prstClr val="black"/>
                </a:solidFill>
                <a:latin typeface="맑은 고딕" panose="020B0503020000020004" pitchFamily="50" charset="-127"/>
                <a:cs typeface="Malgun Gothic"/>
              </a:rPr>
              <a:t>그림 </a:t>
            </a:r>
            <a:r>
              <a:rPr lang="en-US" altLang="ko-KR" sz="1200" spc="-5" dirty="0">
                <a:solidFill>
                  <a:prstClr val="black"/>
                </a:solidFill>
                <a:latin typeface="맑은 고딕" panose="020B0503020000020004" pitchFamily="50" charset="-127"/>
                <a:cs typeface="Malgun Gothic"/>
              </a:rPr>
              <a:t>1]</a:t>
            </a:r>
          </a:p>
          <a:p>
            <a:pPr marL="640715" lvl="1" indent="-171450" latinLnBrk="0">
              <a:spcBef>
                <a:spcPts val="105"/>
              </a:spcBef>
              <a:buFontTx/>
              <a:buChar char="-"/>
              <a:tabLst>
                <a:tab pos="299720" algn="l"/>
              </a:tabLst>
              <a:defRPr/>
            </a:pPr>
            <a:r>
              <a:rPr lang="en-US" altLang="ko-KR" sz="1200" spc="-5" dirty="0" err="1">
                <a:solidFill>
                  <a:prstClr val="black"/>
                </a:solidFill>
                <a:latin typeface="맑은 고딕" panose="020B0503020000020004" pitchFamily="50" charset="-127"/>
                <a:cs typeface="Malgun Gothic"/>
              </a:rPr>
              <a:t>WellbeingLog</a:t>
            </a:r>
            <a:r>
              <a:rPr lang="en-US" altLang="ko-KR" sz="1200" spc="-5" dirty="0">
                <a:solidFill>
                  <a:prstClr val="black"/>
                </a:solidFill>
                <a:latin typeface="맑은 고딕" panose="020B0503020000020004" pitchFamily="50" charset="-127"/>
                <a:cs typeface="Malgun Gothic"/>
              </a:rPr>
              <a:t> API (Method: POST) [</a:t>
            </a:r>
            <a:r>
              <a:rPr lang="ko-KR" altLang="en-US" sz="1200" spc="-5" dirty="0">
                <a:solidFill>
                  <a:prstClr val="black"/>
                </a:solidFill>
                <a:latin typeface="맑은 고딕" panose="020B0503020000020004" pitchFamily="50" charset="-127"/>
                <a:cs typeface="Malgun Gothic"/>
              </a:rPr>
              <a:t>그림 </a:t>
            </a:r>
            <a:r>
              <a:rPr lang="en-US" altLang="ko-KR" sz="1200" spc="-5" dirty="0">
                <a:solidFill>
                  <a:prstClr val="black"/>
                </a:solidFill>
                <a:latin typeface="맑은 고딕" panose="020B0503020000020004" pitchFamily="50" charset="-127"/>
                <a:cs typeface="Malgun Gothic"/>
              </a:rPr>
              <a:t>2]</a:t>
            </a:r>
          </a:p>
          <a:p>
            <a:pPr marL="640715" lvl="1" indent="-171450" latinLnBrk="0">
              <a:spcBef>
                <a:spcPts val="105"/>
              </a:spcBef>
              <a:buFontTx/>
              <a:buChar char="-"/>
              <a:tabLst>
                <a:tab pos="299720" algn="l"/>
              </a:tabLst>
              <a:defRPr/>
            </a:pPr>
            <a:r>
              <a:rPr lang="en-US" altLang="ko-KR" sz="1200" spc="-5" dirty="0" err="1">
                <a:solidFill>
                  <a:prstClr val="black"/>
                </a:solidFill>
                <a:latin typeface="맑은 고딕" panose="020B0503020000020004" pitchFamily="50" charset="-127"/>
                <a:cs typeface="Malgun Gothic"/>
              </a:rPr>
              <a:t>WellbeingLogSummary</a:t>
            </a:r>
            <a:r>
              <a:rPr lang="en-US" altLang="ko-KR" sz="1200" spc="-5" dirty="0">
                <a:solidFill>
                  <a:prstClr val="black"/>
                </a:solidFill>
                <a:latin typeface="맑은 고딕" panose="020B0503020000020004" pitchFamily="50" charset="-127"/>
                <a:cs typeface="Malgun Gothic"/>
              </a:rPr>
              <a:t> API (Method: GET) [</a:t>
            </a:r>
            <a:r>
              <a:rPr lang="ko-KR" altLang="en-US" sz="1200" spc="-5" dirty="0">
                <a:solidFill>
                  <a:prstClr val="black"/>
                </a:solidFill>
                <a:latin typeface="맑은 고딕" panose="020B0503020000020004" pitchFamily="50" charset="-127"/>
                <a:cs typeface="Malgun Gothic"/>
              </a:rPr>
              <a:t>그림 </a:t>
            </a:r>
            <a:r>
              <a:rPr lang="en-US" altLang="ko-KR" sz="1200" spc="-5" dirty="0">
                <a:solidFill>
                  <a:prstClr val="black"/>
                </a:solidFill>
                <a:latin typeface="맑은 고딕" panose="020B0503020000020004" pitchFamily="50" charset="-127"/>
                <a:cs typeface="Malgun Gothic"/>
              </a:rPr>
              <a:t>3]</a:t>
            </a:r>
          </a:p>
          <a:p>
            <a:pPr marL="469265" lvl="1" latinLnBrk="0">
              <a:spcBef>
                <a:spcPts val="105"/>
              </a:spcBef>
              <a:tabLst>
                <a:tab pos="299720" algn="l"/>
              </a:tabLst>
              <a:defRPr/>
            </a:pPr>
            <a:r>
              <a:rPr lang="ko-KR" altLang="en-US" sz="1200" spc="-5" dirty="0">
                <a:solidFill>
                  <a:prstClr val="black"/>
                </a:solidFill>
                <a:latin typeface="맑은 고딕" panose="020B0503020000020004" pitchFamily="50" charset="-127"/>
                <a:cs typeface="Malgun Gothic"/>
              </a:rPr>
              <a:t>이는 브라우저 상에서 다음과 같이 저장되어 있는 것을 확인할 수 있다</a:t>
            </a:r>
            <a:r>
              <a:rPr lang="en-US" altLang="ko-KR" sz="1200" spc="-5" dirty="0">
                <a:solidFill>
                  <a:prstClr val="black"/>
                </a:solidFill>
                <a:latin typeface="맑은 고딕" panose="020B0503020000020004" pitchFamily="50" charset="-127"/>
                <a:cs typeface="Malgun Gothic"/>
              </a:rPr>
              <a:t>.</a:t>
            </a:r>
          </a:p>
          <a:p>
            <a:endParaRPr kumimoji="1" lang="ko-KR" altLang="en-US" sz="800" dirty="0"/>
          </a:p>
        </p:txBody>
      </p:sp>
      <p:pic>
        <p:nvPicPr>
          <p:cNvPr id="8" name="그림 7" descr="텍스트, 스크린샷, 번호, 소프트웨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F4C010B-DC78-E631-BF09-B31B931D48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890" y="3624727"/>
            <a:ext cx="2623385" cy="26233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876D4CD-56E1-17F9-36CC-DEE41A3807BC}"/>
              </a:ext>
            </a:extLst>
          </p:cNvPr>
          <p:cNvSpPr txBox="1"/>
          <p:nvPr/>
        </p:nvSpPr>
        <p:spPr>
          <a:xfrm>
            <a:off x="2365614" y="3866413"/>
            <a:ext cx="6172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그림 </a:t>
            </a:r>
            <a:r>
              <a:rPr lang="en-US" altLang="ko-KR" sz="1200" b="1" dirty="0"/>
              <a:t>1</a:t>
            </a:r>
            <a:endParaRPr lang="ko-KR" altLang="en-US" sz="1200" b="1" dirty="0"/>
          </a:p>
        </p:txBody>
      </p:sp>
      <p:pic>
        <p:nvPicPr>
          <p:cNvPr id="11" name="그림 10" descr="텍스트, 스크린샷, 소프트웨어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91E12BF-F2C2-C5EE-3958-986798F557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7474" y="3609155"/>
            <a:ext cx="2619755" cy="2638957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D42DE9C-3E7E-6860-F9F1-C706B8F089DF}"/>
              </a:ext>
            </a:extLst>
          </p:cNvPr>
          <p:cNvSpPr txBox="1"/>
          <p:nvPr/>
        </p:nvSpPr>
        <p:spPr>
          <a:xfrm>
            <a:off x="5185014" y="3943929"/>
            <a:ext cx="6172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그림 </a:t>
            </a:r>
            <a:r>
              <a:rPr lang="en-US" altLang="ko-KR" sz="1200" b="1" dirty="0"/>
              <a:t>2</a:t>
            </a:r>
            <a:endParaRPr lang="ko-KR" altLang="en-US" sz="1200" b="1" dirty="0"/>
          </a:p>
        </p:txBody>
      </p:sp>
      <p:pic>
        <p:nvPicPr>
          <p:cNvPr id="14" name="그림 13" descr="텍스트, 스크린샷, 소프트웨어, 디스플레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E648839-87DE-4494-4805-8E5A65D71E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35348" y="4419600"/>
            <a:ext cx="3196611" cy="200205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EA1233DC-77B0-2C31-C746-056BBC86952F}"/>
              </a:ext>
            </a:extLst>
          </p:cNvPr>
          <p:cNvSpPr txBox="1"/>
          <p:nvPr/>
        </p:nvSpPr>
        <p:spPr>
          <a:xfrm>
            <a:off x="8601694" y="4793162"/>
            <a:ext cx="61722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200" b="1" dirty="0"/>
              <a:t>그림 </a:t>
            </a:r>
            <a:r>
              <a:rPr lang="en-US" altLang="ko-KR" sz="1200" b="1" dirty="0"/>
              <a:t>3</a:t>
            </a:r>
            <a:endParaRPr lang="ko-KR" altLang="en-US" sz="1200" b="1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48F5C07D-72E8-4AEF-C445-FB83DE3265AE}"/>
              </a:ext>
            </a:extLst>
          </p:cNvPr>
          <p:cNvSpPr txBox="1">
            <a:spLocks/>
          </p:cNvSpPr>
          <p:nvPr/>
        </p:nvSpPr>
        <p:spPr>
          <a:xfrm>
            <a:off x="4955555" y="1117600"/>
            <a:ext cx="4309110" cy="11285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050" b="0" i="0">
                <a:solidFill>
                  <a:schemeClr val="bg1"/>
                </a:solidFill>
                <a:latin typeface="Consolas"/>
                <a:ea typeface="+mn-ea"/>
                <a:cs typeface="Consola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2065" latinLnBrk="0">
              <a:spcBef>
                <a:spcPts val="105"/>
              </a:spcBef>
              <a:tabLst>
                <a:tab pos="299720" algn="l"/>
              </a:tabLst>
            </a:pP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1-4. </a:t>
            </a:r>
            <a:r>
              <a:rPr lang="ko-KR" altLang="en-US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게시를 위한 </a:t>
            </a:r>
            <a:r>
              <a:rPr lang="en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HTTP Restfull API </a:t>
            </a:r>
            <a:r>
              <a:rPr lang="ko-KR" altLang="en-US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사용</a:t>
            </a: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 – </a:t>
            </a:r>
            <a:r>
              <a:rPr lang="ko-KR" altLang="en-US" sz="1400" b="1" kern="0" spc="-5" dirty="0">
                <a:solidFill>
                  <a:srgbClr val="558ED5"/>
                </a:solidFill>
                <a:latin typeface="+mn-ea"/>
                <a:cs typeface="Malgun Gothic"/>
              </a:rPr>
              <a:t>기능 정리</a:t>
            </a:r>
          </a:p>
          <a:p>
            <a:pPr marL="183515" indent="-171450" algn="l" rtl="0" latinLnBrk="0">
              <a:spcBef>
                <a:spcPts val="105"/>
              </a:spcBef>
              <a:buFontTx/>
              <a:buChar char="-"/>
              <a:tabLst>
                <a:tab pos="299720" algn="l"/>
              </a:tabLst>
              <a:defRPr/>
            </a:pPr>
            <a:r>
              <a:rPr lang="ko-KR" altLang="en-US" sz="1200" kern="0" spc="-5" dirty="0">
                <a:solidFill>
                  <a:prstClr val="black"/>
                </a:solidFill>
                <a:latin typeface="맑은 고딕" panose="020B0503020000020004" pitchFamily="50" charset="-127"/>
                <a:cs typeface="Malgun Gothic"/>
              </a:rPr>
              <a:t>또한 각 </a:t>
            </a:r>
            <a:r>
              <a:rPr lang="en-US" altLang="ko-KR" sz="1200" kern="0" spc="-5" dirty="0">
                <a:solidFill>
                  <a:prstClr val="black"/>
                </a:solidFill>
                <a:latin typeface="맑은 고딕" panose="020B0503020000020004" pitchFamily="50" charset="-127"/>
                <a:cs typeface="Malgun Gothic"/>
              </a:rPr>
              <a:t>API </a:t>
            </a:r>
            <a:r>
              <a:rPr lang="ko-KR" altLang="en-US" sz="1200" kern="0" spc="-5" dirty="0">
                <a:solidFill>
                  <a:prstClr val="black"/>
                </a:solidFill>
                <a:latin typeface="맑은 고딕" panose="020B0503020000020004" pitchFamily="50" charset="-127"/>
                <a:cs typeface="Malgun Gothic"/>
              </a:rPr>
              <a:t>별 기능은 다음과 같다</a:t>
            </a:r>
            <a:r>
              <a:rPr lang="en-US" altLang="ko-KR" sz="1200" kern="0" spc="-5" dirty="0">
                <a:solidFill>
                  <a:prstClr val="black"/>
                </a:solidFill>
                <a:latin typeface="맑은 고딕" panose="020B0503020000020004" pitchFamily="50" charset="-127"/>
                <a:cs typeface="Malgun Gothic"/>
              </a:rPr>
              <a:t>.</a:t>
            </a:r>
          </a:p>
          <a:p>
            <a:pPr marL="640715" lvl="1" indent="-171450" latinLnBrk="0">
              <a:spcBef>
                <a:spcPts val="105"/>
              </a:spcBef>
              <a:buFontTx/>
              <a:buChar char="-"/>
              <a:tabLst>
                <a:tab pos="299720" algn="l"/>
              </a:tabLst>
              <a:defRPr/>
            </a:pPr>
            <a:r>
              <a:rPr lang="en-US" altLang="ko-KR" sz="1200" kern="0" spc="-5" dirty="0">
                <a:solidFill>
                  <a:prstClr val="black"/>
                </a:solidFill>
                <a:latin typeface="맑은 고딕" panose="020B0503020000020004" pitchFamily="50" charset="-127"/>
                <a:cs typeface="Malgun Gothic"/>
              </a:rPr>
              <a:t>Post API (Method: POST) [</a:t>
            </a:r>
            <a:r>
              <a:rPr lang="ko-KR" altLang="en-US" sz="1200" kern="0" spc="-5" dirty="0">
                <a:solidFill>
                  <a:prstClr val="black"/>
                </a:solidFill>
                <a:latin typeface="맑은 고딕" panose="020B0503020000020004" pitchFamily="50" charset="-127"/>
                <a:cs typeface="Malgun Gothic"/>
              </a:rPr>
              <a:t>그림 </a:t>
            </a:r>
            <a:r>
              <a:rPr lang="en-US" altLang="ko-KR" sz="1200" kern="0" spc="-5" dirty="0">
                <a:solidFill>
                  <a:prstClr val="black"/>
                </a:solidFill>
                <a:latin typeface="맑은 고딕" panose="020B0503020000020004" pitchFamily="50" charset="-127"/>
                <a:cs typeface="Malgun Gothic"/>
              </a:rPr>
              <a:t>1]</a:t>
            </a:r>
          </a:p>
          <a:p>
            <a:pPr marL="640715" lvl="1" indent="-171450" latinLnBrk="0">
              <a:spcBef>
                <a:spcPts val="105"/>
              </a:spcBef>
              <a:buFontTx/>
              <a:buChar char="-"/>
              <a:tabLst>
                <a:tab pos="299720" algn="l"/>
              </a:tabLst>
              <a:defRPr/>
            </a:pPr>
            <a:r>
              <a:rPr lang="en-US" altLang="ko-KR" sz="1200" kern="0" spc="-5" dirty="0" err="1">
                <a:solidFill>
                  <a:prstClr val="black"/>
                </a:solidFill>
                <a:latin typeface="맑은 고딕" panose="020B0503020000020004" pitchFamily="50" charset="-127"/>
                <a:cs typeface="Malgun Gothic"/>
              </a:rPr>
              <a:t>WellbeingLog</a:t>
            </a:r>
            <a:r>
              <a:rPr lang="en-US" altLang="ko-KR" sz="1200" kern="0" spc="-5" dirty="0">
                <a:solidFill>
                  <a:prstClr val="black"/>
                </a:solidFill>
                <a:latin typeface="맑은 고딕" panose="020B0503020000020004" pitchFamily="50" charset="-127"/>
                <a:cs typeface="Malgun Gothic"/>
              </a:rPr>
              <a:t> API (Method: POST) [</a:t>
            </a:r>
            <a:r>
              <a:rPr lang="ko-KR" altLang="en-US" sz="1200" kern="0" spc="-5" dirty="0">
                <a:solidFill>
                  <a:prstClr val="black"/>
                </a:solidFill>
                <a:latin typeface="맑은 고딕" panose="020B0503020000020004" pitchFamily="50" charset="-127"/>
                <a:cs typeface="Malgun Gothic"/>
              </a:rPr>
              <a:t>그림 </a:t>
            </a:r>
            <a:r>
              <a:rPr lang="en-US" altLang="ko-KR" sz="1200" kern="0" spc="-5" dirty="0">
                <a:solidFill>
                  <a:prstClr val="black"/>
                </a:solidFill>
                <a:latin typeface="맑은 고딕" panose="020B0503020000020004" pitchFamily="50" charset="-127"/>
                <a:cs typeface="Malgun Gothic"/>
              </a:rPr>
              <a:t>2]</a:t>
            </a:r>
          </a:p>
          <a:p>
            <a:pPr marL="640715" lvl="1" indent="-171450" latinLnBrk="0">
              <a:spcBef>
                <a:spcPts val="105"/>
              </a:spcBef>
              <a:buFontTx/>
              <a:buChar char="-"/>
              <a:tabLst>
                <a:tab pos="299720" algn="l"/>
              </a:tabLst>
              <a:defRPr/>
            </a:pPr>
            <a:r>
              <a:rPr lang="en-US" altLang="ko-KR" sz="1200" kern="0" spc="-5" dirty="0" err="1">
                <a:solidFill>
                  <a:prstClr val="black"/>
                </a:solidFill>
                <a:latin typeface="맑은 고딕" panose="020B0503020000020004" pitchFamily="50" charset="-127"/>
                <a:cs typeface="Malgun Gothic"/>
              </a:rPr>
              <a:t>WellbeingLogSummary</a:t>
            </a:r>
            <a:r>
              <a:rPr lang="en-US" altLang="ko-KR" sz="1200" kern="0" spc="-5" dirty="0">
                <a:solidFill>
                  <a:prstClr val="black"/>
                </a:solidFill>
                <a:latin typeface="맑은 고딕" panose="020B0503020000020004" pitchFamily="50" charset="-127"/>
                <a:cs typeface="Malgun Gothic"/>
              </a:rPr>
              <a:t> API (Method: GET) [</a:t>
            </a:r>
            <a:r>
              <a:rPr lang="ko-KR" altLang="en-US" sz="1200" kern="0" spc="-5" dirty="0">
                <a:solidFill>
                  <a:prstClr val="black"/>
                </a:solidFill>
                <a:latin typeface="맑은 고딕" panose="020B0503020000020004" pitchFamily="50" charset="-127"/>
                <a:cs typeface="Malgun Gothic"/>
              </a:rPr>
              <a:t>그림 </a:t>
            </a:r>
            <a:r>
              <a:rPr lang="en-US" altLang="ko-KR" sz="1200" kern="0" spc="-5" dirty="0">
                <a:solidFill>
                  <a:prstClr val="black"/>
                </a:solidFill>
                <a:latin typeface="맑은 고딕" panose="020B0503020000020004" pitchFamily="50" charset="-127"/>
                <a:cs typeface="Malgun Gothic"/>
              </a:rPr>
              <a:t>3]</a:t>
            </a:r>
          </a:p>
          <a:p>
            <a:pPr latinLnBrk="0"/>
            <a:endParaRPr kumimoji="1" lang="ko-KR" altLang="en-US" sz="800" kern="0" dirty="0"/>
          </a:p>
        </p:txBody>
      </p:sp>
    </p:spTree>
    <p:extLst>
      <p:ext uri="{BB962C8B-B14F-4D97-AF65-F5344CB8AC3E}">
        <p14:creationId xmlns:p14="http://schemas.microsoft.com/office/powerpoint/2010/main" val="14568886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4CC10C-D7E8-0941-032A-F97ED994A8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4DC8FF-D86E-578B-462B-9B4B30D60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040" y="609888"/>
            <a:ext cx="8757919" cy="307777"/>
          </a:xfrm>
        </p:spPr>
        <p:txBody>
          <a:bodyPr/>
          <a:lstStyle/>
          <a:p>
            <a:r>
              <a:rPr lang="ko-KR" altLang="en-US" sz="2000" dirty="0">
                <a:solidFill>
                  <a:schemeClr val="tx2"/>
                </a:solidFill>
              </a:rPr>
              <a:t>기능 </a:t>
            </a:r>
            <a:r>
              <a:rPr lang="en-US" altLang="ko-KR" sz="2000" dirty="0">
                <a:solidFill>
                  <a:schemeClr val="tx2"/>
                </a:solidFill>
              </a:rPr>
              <a:t>-</a:t>
            </a:r>
            <a:r>
              <a:rPr lang="ko-KR" altLang="en-US" sz="2000" dirty="0">
                <a:solidFill>
                  <a:schemeClr val="tx2"/>
                </a:solidFill>
              </a:rPr>
              <a:t> </a:t>
            </a:r>
            <a:r>
              <a:rPr lang="en-US" altLang="ko-KR" sz="2000" dirty="0">
                <a:solidFill>
                  <a:schemeClr val="tx2"/>
                </a:solidFill>
              </a:rPr>
              <a:t>1. Edge System(Python </a:t>
            </a:r>
            <a:r>
              <a:rPr lang="ko-KR" altLang="en-US" sz="2000" dirty="0">
                <a:solidFill>
                  <a:schemeClr val="tx2"/>
                </a:solidFill>
              </a:rPr>
              <a:t>기반</a:t>
            </a:r>
            <a:r>
              <a:rPr lang="en-US" altLang="ko-KR" sz="2000" dirty="0">
                <a:solidFill>
                  <a:schemeClr val="tx2"/>
                </a:solidFill>
              </a:rPr>
              <a:t>, </a:t>
            </a:r>
            <a:r>
              <a:rPr lang="ko-KR" altLang="en-US" sz="2000" dirty="0">
                <a:solidFill>
                  <a:schemeClr val="tx2"/>
                </a:solidFill>
              </a:rPr>
              <a:t>공통</a:t>
            </a:r>
            <a:r>
              <a:rPr lang="en-US" altLang="ko-KR" sz="2000" dirty="0">
                <a:solidFill>
                  <a:schemeClr val="tx2"/>
                </a:solidFill>
              </a:rPr>
              <a:t>)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C369714-2E6A-0BF3-2752-0164F4ABFC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5300" y="1143000"/>
            <a:ext cx="4309110" cy="1369606"/>
          </a:xfrm>
        </p:spPr>
        <p:txBody>
          <a:bodyPr/>
          <a:lstStyle/>
          <a:p>
            <a:pPr marL="12065">
              <a:lnSpc>
                <a:spcPct val="100000"/>
              </a:lnSpc>
              <a:spcBef>
                <a:spcPts val="105"/>
              </a:spcBef>
              <a:tabLst>
                <a:tab pos="299720" algn="l"/>
              </a:tabLst>
            </a:pP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1-5. 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기타 추가기능</a:t>
            </a:r>
          </a:p>
          <a:p>
            <a:pPr marL="690880" lvl="1" indent="-287655">
              <a:lnSpc>
                <a:spcPct val="100000"/>
              </a:lnSpc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spc="-5" dirty="0">
                <a:solidFill>
                  <a:srgbClr val="FF0000"/>
                </a:solidFill>
                <a:latin typeface="+mn-ea"/>
                <a:cs typeface="Malgun Gothic"/>
              </a:rPr>
              <a:t>간략한 설명</a:t>
            </a: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</a:p>
          <a:p>
            <a:pPr marL="403225" lvl="1">
              <a:lnSpc>
                <a:spcPct val="100000"/>
              </a:lnSpc>
              <a:spcBef>
                <a:spcPts val="1440"/>
              </a:spcBef>
              <a:tabLst>
                <a:tab pos="690880" algn="l"/>
                <a:tab pos="691515" algn="l"/>
              </a:tabLst>
            </a:pP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spc="-5" dirty="0">
                <a:solidFill>
                  <a:srgbClr val="FF0000"/>
                </a:solidFill>
                <a:latin typeface="+mn-ea"/>
                <a:cs typeface="Malgun Gothic"/>
              </a:rPr>
              <a:t>기능 동작 캡처 화면 제시</a:t>
            </a: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  <a:endParaRPr lang="en-US" altLang="ko-KR" sz="1200" dirty="0">
              <a:latin typeface="+mn-ea"/>
              <a:cs typeface="Gulim"/>
            </a:endParaRPr>
          </a:p>
          <a:p>
            <a:pPr marL="233680" indent="-287655"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endParaRPr lang="ko-KR" altLang="en-US" sz="800" dirty="0">
              <a:latin typeface="+mn-ea"/>
              <a:cs typeface="Gulim"/>
            </a:endParaRPr>
          </a:p>
          <a:p>
            <a:endParaRPr kumimoji="1" lang="ko-KR" altLang="en-US" sz="800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614D103-DA70-6704-3D5D-F338A9101BC7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5101590" y="1143000"/>
            <a:ext cx="4309110" cy="1597873"/>
          </a:xfrm>
        </p:spPr>
        <p:txBody>
          <a:bodyPr/>
          <a:lstStyle/>
          <a:p>
            <a:pPr marL="12065">
              <a:lnSpc>
                <a:spcPct val="100000"/>
              </a:lnSpc>
              <a:spcBef>
                <a:spcPts val="105"/>
              </a:spcBef>
              <a:tabLst>
                <a:tab pos="299720" algn="l"/>
              </a:tabLst>
            </a:pP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1-6. 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기타 추가기능</a:t>
            </a:r>
          </a:p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endParaRPr lang="ko-KR" altLang="en-US" sz="1400" i="1" dirty="0">
              <a:solidFill>
                <a:srgbClr val="FF0000"/>
              </a:solidFill>
              <a:latin typeface="+mn-ea"/>
              <a:cs typeface="Malgun Gothic"/>
            </a:endParaRPr>
          </a:p>
          <a:p>
            <a:pPr marL="690880" lvl="1" indent="-287655">
              <a:lnSpc>
                <a:spcPct val="100000"/>
              </a:lnSpc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spc="-5" dirty="0">
                <a:solidFill>
                  <a:srgbClr val="FF0000"/>
                </a:solidFill>
                <a:latin typeface="+mn-ea"/>
                <a:cs typeface="Malgun Gothic"/>
              </a:rPr>
              <a:t>간략한 설명</a:t>
            </a: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</a:p>
          <a:p>
            <a:pPr marL="403225" lvl="1">
              <a:lnSpc>
                <a:spcPct val="100000"/>
              </a:lnSpc>
              <a:spcBef>
                <a:spcPts val="1440"/>
              </a:spcBef>
              <a:tabLst>
                <a:tab pos="690880" algn="l"/>
                <a:tab pos="691515" algn="l"/>
              </a:tabLst>
            </a:pP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spc="-5" dirty="0">
                <a:solidFill>
                  <a:srgbClr val="FF0000"/>
                </a:solidFill>
                <a:latin typeface="+mn-ea"/>
                <a:cs typeface="Malgun Gothic"/>
              </a:rPr>
              <a:t>기능 동작 캡처 화면 제시</a:t>
            </a: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  <a:endParaRPr lang="en-US" altLang="ko-KR" sz="1200" dirty="0">
              <a:latin typeface="+mn-ea"/>
              <a:cs typeface="Gulim"/>
            </a:endParaRPr>
          </a:p>
          <a:p>
            <a:pPr marL="233680" indent="-287655"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endParaRPr lang="ko-KR" altLang="en-US" sz="800" dirty="0">
              <a:latin typeface="+mn-ea"/>
              <a:cs typeface="Gulim"/>
            </a:endParaRPr>
          </a:p>
          <a:p>
            <a:endParaRPr kumimoji="1" lang="ko-KR" altLang="en-US" sz="800" dirty="0"/>
          </a:p>
        </p:txBody>
      </p:sp>
    </p:spTree>
    <p:extLst>
      <p:ext uri="{BB962C8B-B14F-4D97-AF65-F5344CB8AC3E}">
        <p14:creationId xmlns:p14="http://schemas.microsoft.com/office/powerpoint/2010/main" val="24332618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D8B0C2-7071-927C-C28B-D48892329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33B1E0-DCA4-6B53-3ABD-B5A49F1DF5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040" y="609888"/>
            <a:ext cx="8757919" cy="307777"/>
          </a:xfrm>
        </p:spPr>
        <p:txBody>
          <a:bodyPr/>
          <a:lstStyle/>
          <a:p>
            <a:r>
              <a:rPr lang="ko-KR" altLang="en-US" sz="2000" dirty="0">
                <a:solidFill>
                  <a:schemeClr val="tx2"/>
                </a:solidFill>
              </a:rPr>
              <a:t>기능 </a:t>
            </a:r>
            <a:r>
              <a:rPr lang="en-US" altLang="ko-KR" sz="2000" dirty="0">
                <a:solidFill>
                  <a:schemeClr val="tx2"/>
                </a:solidFill>
              </a:rPr>
              <a:t>-</a:t>
            </a:r>
            <a:r>
              <a:rPr lang="ko-KR" altLang="en-US" sz="2000" dirty="0">
                <a:solidFill>
                  <a:schemeClr val="tx2"/>
                </a:solidFill>
              </a:rPr>
              <a:t> </a:t>
            </a:r>
            <a:r>
              <a:rPr lang="en-US" altLang="ko-KR" sz="2000" dirty="0">
                <a:solidFill>
                  <a:schemeClr val="tx2"/>
                </a:solidFill>
              </a:rPr>
              <a:t>2. Service System(Python, Django </a:t>
            </a:r>
            <a:r>
              <a:rPr lang="ko-KR" altLang="en-US" sz="2000" dirty="0">
                <a:solidFill>
                  <a:schemeClr val="tx2"/>
                </a:solidFill>
              </a:rPr>
              <a:t>기반</a:t>
            </a:r>
            <a:r>
              <a:rPr lang="en-US" altLang="ko-KR" sz="2000" dirty="0">
                <a:solidFill>
                  <a:schemeClr val="tx2"/>
                </a:solidFill>
              </a:rPr>
              <a:t>)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A223D7F-C36C-107B-7BF2-246DBF4E41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5300" y="1143000"/>
            <a:ext cx="4309110" cy="2652008"/>
          </a:xfrm>
        </p:spPr>
        <p:txBody>
          <a:bodyPr/>
          <a:lstStyle/>
          <a:p>
            <a:pPr marL="12065">
              <a:lnSpc>
                <a:spcPct val="100000"/>
              </a:lnSpc>
              <a:spcBef>
                <a:spcPts val="105"/>
              </a:spcBef>
              <a:tabLst>
                <a:tab pos="299720" algn="l"/>
              </a:tabLst>
            </a:pP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2-1. 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사용자 보안 기능</a:t>
            </a: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(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보안키를 이용한 로그인</a:t>
            </a: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, 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공통</a:t>
            </a: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)</a:t>
            </a:r>
            <a:endParaRPr lang="ko-KR" altLang="en-US" sz="1400" i="1" dirty="0">
              <a:solidFill>
                <a:srgbClr val="FF0000"/>
              </a:solidFill>
              <a:latin typeface="+mn-ea"/>
              <a:cs typeface="Malgun Gothic"/>
            </a:endParaRPr>
          </a:p>
          <a:p>
            <a:pPr marL="574675" lvl="1" indent="-171450">
              <a:spcBef>
                <a:spcPts val="1440"/>
              </a:spcBef>
              <a:buFontTx/>
              <a:buChar char="-"/>
              <a:tabLst>
                <a:tab pos="690880" algn="l"/>
                <a:tab pos="691515" algn="l"/>
              </a:tabLst>
            </a:pPr>
            <a:r>
              <a:rPr lang="ko-KR" altLang="en-US" sz="1200" spc="-5" dirty="0">
                <a:solidFill>
                  <a:prstClr val="black"/>
                </a:solidFill>
                <a:latin typeface="맑은 고딕" panose="020B0503020000020004" pitchFamily="50" charset="-127"/>
                <a:cs typeface="Malgun Gothic"/>
              </a:rPr>
              <a:t>본 서비스는 개별 사용자의 생활 루틴을 관리하므로 로그인을 통해 자신의 개별 포스트만을 확인하는 것이 필요함</a:t>
            </a:r>
            <a:r>
              <a:rPr lang="en-US" altLang="ko-KR" sz="1200" spc="-5" dirty="0">
                <a:solidFill>
                  <a:prstClr val="black"/>
                </a:solidFill>
                <a:latin typeface="맑은 고딕" panose="020B0503020000020004" pitchFamily="50" charset="-127"/>
                <a:cs typeface="Malgun Gothic"/>
              </a:rPr>
              <a:t>.</a:t>
            </a:r>
          </a:p>
          <a:p>
            <a:pPr marL="574675" lvl="1" indent="-171450">
              <a:spcBef>
                <a:spcPts val="1440"/>
              </a:spcBef>
              <a:buFontTx/>
              <a:buChar char="-"/>
              <a:tabLst>
                <a:tab pos="690880" algn="l"/>
                <a:tab pos="691515" algn="l"/>
              </a:tabLst>
            </a:pPr>
            <a:r>
              <a:rPr lang="ko-KR" altLang="en-US" sz="1200" spc="-5" dirty="0">
                <a:solidFill>
                  <a:prstClr val="black"/>
                </a:solidFill>
                <a:latin typeface="맑은 고딕" panose="020B0503020000020004" pitchFamily="50" charset="-127"/>
                <a:cs typeface="Malgun Gothic"/>
              </a:rPr>
              <a:t>이를 위해 일정 시간 후 만료되는 인증 토큰과 </a:t>
            </a:r>
            <a:r>
              <a:rPr lang="en-US" altLang="ko-KR" sz="1200" spc="-5" dirty="0" err="1">
                <a:solidFill>
                  <a:prstClr val="black"/>
                </a:solidFill>
                <a:latin typeface="맑은 고딕" panose="020B0503020000020004" pitchFamily="50" charset="-127"/>
                <a:cs typeface="Malgun Gothic"/>
              </a:rPr>
              <a:t>localStorage</a:t>
            </a:r>
            <a:r>
              <a:rPr lang="ko-KR" altLang="en-US" sz="1200" spc="-5" dirty="0">
                <a:solidFill>
                  <a:prstClr val="black"/>
                </a:solidFill>
                <a:latin typeface="맑은 고딕" panose="020B0503020000020004" pitchFamily="50" charset="-127"/>
                <a:cs typeface="Malgun Gothic"/>
              </a:rPr>
              <a:t>를 활용해서 인증 정보</a:t>
            </a:r>
            <a:r>
              <a:rPr lang="en-US" altLang="ko-KR" sz="1200" spc="-5" dirty="0">
                <a:solidFill>
                  <a:prstClr val="black"/>
                </a:solidFill>
                <a:latin typeface="맑은 고딕" panose="020B0503020000020004" pitchFamily="50" charset="-127"/>
                <a:cs typeface="Malgun Gothic"/>
              </a:rPr>
              <a:t>(</a:t>
            </a:r>
            <a:r>
              <a:rPr lang="ko-KR" altLang="en-US" sz="1200" spc="-5" dirty="0">
                <a:solidFill>
                  <a:prstClr val="black"/>
                </a:solidFill>
                <a:latin typeface="맑은 고딕" panose="020B0503020000020004" pitchFamily="50" charset="-127"/>
                <a:cs typeface="Malgun Gothic"/>
              </a:rPr>
              <a:t>로그인</a:t>
            </a:r>
            <a:r>
              <a:rPr lang="en-US" altLang="ko-KR" sz="1200" spc="-5" dirty="0">
                <a:solidFill>
                  <a:prstClr val="black"/>
                </a:solidFill>
                <a:latin typeface="맑은 고딕" panose="020B0503020000020004" pitchFamily="50" charset="-127"/>
                <a:cs typeface="Malgun Gothic"/>
              </a:rPr>
              <a:t>)</a:t>
            </a:r>
            <a:r>
              <a:rPr lang="ko-KR" altLang="en-US" sz="1200" spc="-5" dirty="0">
                <a:solidFill>
                  <a:prstClr val="black"/>
                </a:solidFill>
                <a:latin typeface="맑은 고딕" panose="020B0503020000020004" pitchFamily="50" charset="-127"/>
                <a:cs typeface="Malgun Gothic"/>
              </a:rPr>
              <a:t>를 관리함</a:t>
            </a:r>
            <a:endParaRPr lang="en-US" altLang="ko-KR" sz="1200" spc="-5" dirty="0">
              <a:solidFill>
                <a:prstClr val="black"/>
              </a:solidFill>
              <a:latin typeface="맑은 고딕" panose="020B0503020000020004" pitchFamily="50" charset="-127"/>
              <a:cs typeface="Malgun Gothic"/>
            </a:endParaRPr>
          </a:p>
          <a:p>
            <a:pPr marL="574675" lvl="1" indent="-171450">
              <a:spcBef>
                <a:spcPts val="1440"/>
              </a:spcBef>
              <a:buFontTx/>
              <a:buChar char="-"/>
              <a:tabLst>
                <a:tab pos="690880" algn="l"/>
                <a:tab pos="691515" algn="l"/>
              </a:tabLst>
            </a:pPr>
            <a:endParaRPr lang="en-US" altLang="ko-KR" sz="1200" spc="-5" dirty="0">
              <a:solidFill>
                <a:srgbClr val="FF0000"/>
              </a:solidFill>
              <a:latin typeface="+mn-ea"/>
              <a:cs typeface="Malgun Gothic"/>
            </a:endParaRPr>
          </a:p>
          <a:p>
            <a:pPr marL="403225" lvl="1">
              <a:lnSpc>
                <a:spcPct val="100000"/>
              </a:lnSpc>
              <a:spcBef>
                <a:spcPts val="1440"/>
              </a:spcBef>
              <a:tabLst>
                <a:tab pos="690880" algn="l"/>
                <a:tab pos="691515" algn="l"/>
              </a:tabLst>
            </a:pP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spc="-5" dirty="0">
                <a:solidFill>
                  <a:srgbClr val="FF0000"/>
                </a:solidFill>
                <a:latin typeface="+mn-ea"/>
                <a:cs typeface="Malgun Gothic"/>
              </a:rPr>
              <a:t>기능 동작 캡처 화면 제시</a:t>
            </a: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  <a:endParaRPr lang="en-US" altLang="ko-KR" sz="1200" dirty="0">
              <a:latin typeface="+mn-ea"/>
              <a:cs typeface="Gulim"/>
            </a:endParaRPr>
          </a:p>
          <a:p>
            <a:pPr marL="233680" indent="-287655"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endParaRPr lang="ko-KR" altLang="en-US" sz="800" dirty="0">
              <a:latin typeface="+mn-ea"/>
              <a:cs typeface="Gulim"/>
            </a:endParaRPr>
          </a:p>
          <a:p>
            <a:endParaRPr kumimoji="1" lang="ko-KR" altLang="en-US" sz="800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5A5ACAD-B866-53DA-94B5-BBFD3F1C41A1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5101590" y="1143000"/>
            <a:ext cx="4309110" cy="1813317"/>
          </a:xfrm>
        </p:spPr>
        <p:txBody>
          <a:bodyPr/>
          <a:lstStyle/>
          <a:p>
            <a:pPr marL="12065">
              <a:lnSpc>
                <a:spcPct val="100000"/>
              </a:lnSpc>
              <a:spcBef>
                <a:spcPts val="105"/>
              </a:spcBef>
              <a:tabLst>
                <a:tab pos="299720" algn="l"/>
              </a:tabLst>
            </a:pPr>
            <a:r>
              <a:rPr lang="en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2-2. Image Blog 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및 관리 기능</a:t>
            </a: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(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공통</a:t>
            </a: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, 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일부 확장 기능 가능</a:t>
            </a: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)</a:t>
            </a:r>
            <a:endParaRPr lang="ko-KR" altLang="en-US" sz="1400" b="1" spc="-5" dirty="0">
              <a:solidFill>
                <a:srgbClr val="558ED5"/>
              </a:solidFill>
              <a:latin typeface="+mn-ea"/>
              <a:cs typeface="Malgun Gothic"/>
            </a:endParaRPr>
          </a:p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endParaRPr lang="ko-KR" altLang="en-US" sz="1400" i="1" dirty="0">
              <a:solidFill>
                <a:srgbClr val="FF0000"/>
              </a:solidFill>
              <a:latin typeface="+mn-ea"/>
              <a:cs typeface="Malgun Gothic"/>
            </a:endParaRPr>
          </a:p>
          <a:p>
            <a:pPr marL="690880" lvl="1" indent="-287655">
              <a:lnSpc>
                <a:spcPct val="100000"/>
              </a:lnSpc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spc="-5" dirty="0">
                <a:solidFill>
                  <a:srgbClr val="FF0000"/>
                </a:solidFill>
                <a:latin typeface="+mn-ea"/>
                <a:cs typeface="Malgun Gothic"/>
              </a:rPr>
              <a:t>간략한 설명</a:t>
            </a: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</a:p>
          <a:p>
            <a:pPr marL="403225" lvl="1">
              <a:lnSpc>
                <a:spcPct val="100000"/>
              </a:lnSpc>
              <a:spcBef>
                <a:spcPts val="1440"/>
              </a:spcBef>
              <a:tabLst>
                <a:tab pos="690880" algn="l"/>
                <a:tab pos="691515" algn="l"/>
              </a:tabLst>
            </a:pP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spc="-5" dirty="0">
                <a:solidFill>
                  <a:srgbClr val="FF0000"/>
                </a:solidFill>
                <a:latin typeface="+mn-ea"/>
                <a:cs typeface="Malgun Gothic"/>
              </a:rPr>
              <a:t>기능 동작 캡처 화면 제시</a:t>
            </a: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  <a:endParaRPr lang="en-US" altLang="ko-KR" sz="1200" dirty="0">
              <a:latin typeface="+mn-ea"/>
              <a:cs typeface="Gulim"/>
            </a:endParaRPr>
          </a:p>
          <a:p>
            <a:pPr marL="233680" indent="-287655"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endParaRPr lang="ko-KR" altLang="en-US" sz="800" dirty="0">
              <a:latin typeface="+mn-ea"/>
              <a:cs typeface="Gulim"/>
            </a:endParaRPr>
          </a:p>
          <a:p>
            <a:endParaRPr kumimoji="1" lang="ko-KR" altLang="en-US" sz="800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21701398-9CCD-B812-1428-A0D01599FD8A}"/>
              </a:ext>
            </a:extLst>
          </p:cNvPr>
          <p:cNvSpPr txBox="1">
            <a:spLocks/>
          </p:cNvSpPr>
          <p:nvPr/>
        </p:nvSpPr>
        <p:spPr>
          <a:xfrm>
            <a:off x="458118" y="4038600"/>
            <a:ext cx="4309110" cy="15850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050" b="0" i="0">
                <a:solidFill>
                  <a:schemeClr val="bg1"/>
                </a:solidFill>
                <a:latin typeface="Consolas"/>
                <a:ea typeface="+mn-ea"/>
                <a:cs typeface="Consola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2065" latinLnBrk="0">
              <a:spcBef>
                <a:spcPts val="105"/>
              </a:spcBef>
              <a:tabLst>
                <a:tab pos="299720" algn="l"/>
              </a:tabLst>
            </a:pP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2-3. </a:t>
            </a:r>
            <a:r>
              <a:rPr lang="ko-KR" altLang="en-US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게시를 위한 </a:t>
            </a: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HTTP </a:t>
            </a:r>
            <a:r>
              <a:rPr lang="en-US" altLang="ko-KR" sz="1400" kern="0" spc="-5" dirty="0" err="1">
                <a:solidFill>
                  <a:srgbClr val="558ED5"/>
                </a:solidFill>
                <a:latin typeface="+mn-ea"/>
                <a:cs typeface="Malgun Gothic"/>
              </a:rPr>
              <a:t>Restfull</a:t>
            </a: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 API </a:t>
            </a:r>
            <a:r>
              <a:rPr lang="ko-KR" altLang="en-US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제공</a:t>
            </a: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(</a:t>
            </a:r>
            <a:r>
              <a:rPr lang="ko-KR" altLang="en-US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공통</a:t>
            </a: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)</a:t>
            </a:r>
          </a:p>
          <a:p>
            <a:pPr marL="12065" latinLnBrk="0">
              <a:spcBef>
                <a:spcPts val="105"/>
              </a:spcBef>
              <a:tabLst>
                <a:tab pos="299720" algn="l"/>
              </a:tabLst>
            </a:pPr>
            <a:endParaRPr lang="ko-KR" altLang="en-US" sz="1400" i="1" kern="0" dirty="0">
              <a:solidFill>
                <a:srgbClr val="FF0000"/>
              </a:solidFill>
              <a:latin typeface="+mn-ea"/>
              <a:cs typeface="Malgun Gothic"/>
            </a:endParaRPr>
          </a:p>
          <a:p>
            <a:pPr marL="690880" lvl="1" indent="-287655" latinLnBrk="0">
              <a:spcBef>
                <a:spcPts val="1440"/>
              </a:spcBef>
              <a:buFontTx/>
              <a:buChar char="-"/>
              <a:tabLst>
                <a:tab pos="690880" algn="l"/>
                <a:tab pos="691515" algn="l"/>
              </a:tabLst>
            </a:pPr>
            <a:r>
              <a:rPr lang="en-US" altLang="ko-KR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간략한 설명</a:t>
            </a:r>
            <a:r>
              <a:rPr lang="en-US" altLang="ko-KR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</a:p>
          <a:p>
            <a:pPr marL="403225" lvl="1" latinLnBrk="0">
              <a:spcBef>
                <a:spcPts val="1440"/>
              </a:spcBef>
              <a:tabLst>
                <a:tab pos="690880" algn="l"/>
                <a:tab pos="691515" algn="l"/>
              </a:tabLst>
            </a:pPr>
            <a:r>
              <a:rPr lang="en-US" altLang="ko-KR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기능 동작 캡처 화면 제시</a:t>
            </a:r>
            <a:r>
              <a:rPr lang="en-US" altLang="ko-KR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  <a:endParaRPr lang="en-US" altLang="ko-KR" sz="1200" kern="0" dirty="0">
              <a:solidFill>
                <a:sysClr val="windowText" lastClr="000000"/>
              </a:solidFill>
              <a:latin typeface="+mn-ea"/>
              <a:cs typeface="Gulim"/>
            </a:endParaRPr>
          </a:p>
          <a:p>
            <a:pPr marL="233680" indent="-287655" latinLnBrk="0">
              <a:spcBef>
                <a:spcPts val="1440"/>
              </a:spcBef>
              <a:buFontTx/>
              <a:buChar char="-"/>
              <a:tabLst>
                <a:tab pos="690880" algn="l"/>
                <a:tab pos="691515" algn="l"/>
              </a:tabLst>
            </a:pPr>
            <a:endParaRPr lang="ko-KR" altLang="en-US" sz="800" kern="0" dirty="0">
              <a:latin typeface="+mn-ea"/>
              <a:cs typeface="Gulim"/>
            </a:endParaRPr>
          </a:p>
          <a:p>
            <a:pPr latinLnBrk="0"/>
            <a:endParaRPr kumimoji="1" lang="ko-KR" altLang="en-US" sz="800" kern="0" dirty="0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A4BEBBAE-61C7-CA37-64BE-8E9F5E4C5900}"/>
              </a:ext>
            </a:extLst>
          </p:cNvPr>
          <p:cNvSpPr txBox="1">
            <a:spLocks/>
          </p:cNvSpPr>
          <p:nvPr/>
        </p:nvSpPr>
        <p:spPr>
          <a:xfrm>
            <a:off x="5064408" y="4038600"/>
            <a:ext cx="4309110" cy="181331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050" b="0" i="0">
                <a:solidFill>
                  <a:schemeClr val="bg1"/>
                </a:solidFill>
                <a:latin typeface="Consolas"/>
                <a:ea typeface="+mn-ea"/>
                <a:cs typeface="Consola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2065" latinLnBrk="0">
              <a:spcBef>
                <a:spcPts val="105"/>
              </a:spcBef>
              <a:tabLst>
                <a:tab pos="299720" algn="l"/>
              </a:tabLst>
            </a:pP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2-4. Image </a:t>
            </a:r>
            <a:r>
              <a:rPr lang="ko-KR" altLang="en-US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목록</a:t>
            </a: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, </a:t>
            </a:r>
            <a:r>
              <a:rPr lang="ko-KR" altLang="en-US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획득을 위한 </a:t>
            </a: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HTTP </a:t>
            </a:r>
            <a:r>
              <a:rPr lang="en-US" altLang="ko-KR" sz="1400" kern="0" spc="-5" dirty="0" err="1">
                <a:solidFill>
                  <a:srgbClr val="558ED5"/>
                </a:solidFill>
                <a:latin typeface="+mn-ea"/>
                <a:cs typeface="Malgun Gothic"/>
              </a:rPr>
              <a:t>Restfull</a:t>
            </a: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 API </a:t>
            </a:r>
            <a:r>
              <a:rPr lang="ko-KR" altLang="en-US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제공</a:t>
            </a: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(</a:t>
            </a:r>
            <a:r>
              <a:rPr lang="ko-KR" altLang="en-US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신규 추가 필요</a:t>
            </a: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)</a:t>
            </a:r>
            <a:endParaRPr lang="ko-KR" altLang="en-US" sz="1400" b="1" kern="0" spc="-5" dirty="0">
              <a:solidFill>
                <a:srgbClr val="558ED5"/>
              </a:solidFill>
              <a:latin typeface="+mn-ea"/>
              <a:cs typeface="Malgun Gothic"/>
            </a:endParaRPr>
          </a:p>
          <a:p>
            <a:pPr marL="299085" indent="-287020" latinLnBrk="0"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endParaRPr lang="ko-KR" altLang="en-US" sz="1400" i="1" kern="0" dirty="0">
              <a:solidFill>
                <a:srgbClr val="FF0000"/>
              </a:solidFill>
              <a:latin typeface="+mn-ea"/>
              <a:cs typeface="Malgun Gothic"/>
            </a:endParaRPr>
          </a:p>
          <a:p>
            <a:pPr marL="690880" lvl="1" indent="-287655" latinLnBrk="0">
              <a:spcBef>
                <a:spcPts val="1440"/>
              </a:spcBef>
              <a:buFontTx/>
              <a:buChar char="-"/>
              <a:tabLst>
                <a:tab pos="690880" algn="l"/>
                <a:tab pos="691515" algn="l"/>
              </a:tabLst>
            </a:pPr>
            <a:r>
              <a:rPr lang="en-US" altLang="ko-KR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간략한 설명</a:t>
            </a:r>
            <a:r>
              <a:rPr lang="en-US" altLang="ko-KR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</a:p>
          <a:p>
            <a:pPr marL="403225" lvl="1" latinLnBrk="0">
              <a:spcBef>
                <a:spcPts val="1440"/>
              </a:spcBef>
              <a:tabLst>
                <a:tab pos="690880" algn="l"/>
                <a:tab pos="691515" algn="l"/>
              </a:tabLst>
            </a:pPr>
            <a:r>
              <a:rPr lang="en-US" altLang="ko-KR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기능 동작 캡처 화면 제시</a:t>
            </a:r>
            <a:r>
              <a:rPr lang="en-US" altLang="ko-KR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  <a:endParaRPr lang="en-US" altLang="ko-KR" sz="1200" kern="0" dirty="0">
              <a:solidFill>
                <a:sysClr val="windowText" lastClr="000000"/>
              </a:solidFill>
              <a:latin typeface="+mn-ea"/>
              <a:cs typeface="Gulim"/>
            </a:endParaRPr>
          </a:p>
          <a:p>
            <a:pPr marL="233680" indent="-287655" latinLnBrk="0">
              <a:spcBef>
                <a:spcPts val="1440"/>
              </a:spcBef>
              <a:buFontTx/>
              <a:buChar char="-"/>
              <a:tabLst>
                <a:tab pos="690880" algn="l"/>
                <a:tab pos="691515" algn="l"/>
              </a:tabLst>
            </a:pPr>
            <a:endParaRPr lang="ko-KR" altLang="en-US" sz="800" kern="0" dirty="0">
              <a:latin typeface="+mn-ea"/>
              <a:cs typeface="Gulim"/>
            </a:endParaRPr>
          </a:p>
          <a:p>
            <a:pPr latinLnBrk="0"/>
            <a:endParaRPr kumimoji="1" lang="ko-KR" altLang="en-US" sz="800" kern="0" dirty="0"/>
          </a:p>
        </p:txBody>
      </p:sp>
    </p:spTree>
    <p:extLst>
      <p:ext uri="{BB962C8B-B14F-4D97-AF65-F5344CB8AC3E}">
        <p14:creationId xmlns:p14="http://schemas.microsoft.com/office/powerpoint/2010/main" val="390441481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CFE62A-AC32-2ED9-4DBE-05890A2ADC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C97AD99-E4F7-2C66-1881-6248595FE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040" y="609888"/>
            <a:ext cx="8757919" cy="307777"/>
          </a:xfrm>
        </p:spPr>
        <p:txBody>
          <a:bodyPr/>
          <a:lstStyle/>
          <a:p>
            <a:r>
              <a:rPr lang="ko-KR" altLang="en-US" sz="2000" dirty="0">
                <a:solidFill>
                  <a:schemeClr val="tx2"/>
                </a:solidFill>
              </a:rPr>
              <a:t>기능 </a:t>
            </a:r>
            <a:r>
              <a:rPr lang="en-US" altLang="ko-KR" sz="2000" dirty="0">
                <a:solidFill>
                  <a:schemeClr val="tx2"/>
                </a:solidFill>
              </a:rPr>
              <a:t>-</a:t>
            </a:r>
            <a:r>
              <a:rPr lang="ko-KR" altLang="en-US" sz="2000" dirty="0">
                <a:solidFill>
                  <a:schemeClr val="tx2"/>
                </a:solidFill>
              </a:rPr>
              <a:t> </a:t>
            </a:r>
            <a:r>
              <a:rPr lang="en-US" altLang="ko-KR" sz="2000" dirty="0">
                <a:solidFill>
                  <a:schemeClr val="tx2"/>
                </a:solidFill>
              </a:rPr>
              <a:t>2. Service System(Python, Django </a:t>
            </a:r>
            <a:r>
              <a:rPr lang="ko-KR" altLang="en-US" sz="2000" dirty="0">
                <a:solidFill>
                  <a:schemeClr val="tx2"/>
                </a:solidFill>
              </a:rPr>
              <a:t>기반</a:t>
            </a:r>
            <a:r>
              <a:rPr lang="en-US" altLang="ko-KR" sz="2000" dirty="0">
                <a:solidFill>
                  <a:schemeClr val="tx2"/>
                </a:solidFill>
              </a:rPr>
              <a:t>)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851DB4F-A935-0D3C-1AE9-A8BE88D1DC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5300" y="1143000"/>
            <a:ext cx="4309110" cy="1369606"/>
          </a:xfrm>
        </p:spPr>
        <p:txBody>
          <a:bodyPr/>
          <a:lstStyle/>
          <a:p>
            <a:pPr marL="12065">
              <a:lnSpc>
                <a:spcPct val="100000"/>
              </a:lnSpc>
              <a:spcBef>
                <a:spcPts val="105"/>
              </a:spcBef>
              <a:tabLst>
                <a:tab pos="299720" algn="l"/>
              </a:tabLst>
            </a:pP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2-5. 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기타 추가기능</a:t>
            </a:r>
          </a:p>
          <a:p>
            <a:pPr marL="690880" lvl="1" indent="-287655">
              <a:lnSpc>
                <a:spcPct val="100000"/>
              </a:lnSpc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spc="-5" dirty="0">
                <a:solidFill>
                  <a:srgbClr val="FF0000"/>
                </a:solidFill>
                <a:latin typeface="+mn-ea"/>
                <a:cs typeface="Malgun Gothic"/>
              </a:rPr>
              <a:t>간략한 설명</a:t>
            </a: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</a:p>
          <a:p>
            <a:pPr marL="403225" lvl="1">
              <a:lnSpc>
                <a:spcPct val="100000"/>
              </a:lnSpc>
              <a:spcBef>
                <a:spcPts val="1440"/>
              </a:spcBef>
              <a:tabLst>
                <a:tab pos="690880" algn="l"/>
                <a:tab pos="691515" algn="l"/>
              </a:tabLst>
            </a:pP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spc="-5" dirty="0">
                <a:solidFill>
                  <a:srgbClr val="FF0000"/>
                </a:solidFill>
                <a:latin typeface="+mn-ea"/>
                <a:cs typeface="Malgun Gothic"/>
              </a:rPr>
              <a:t>기능 동작 캡처 화면 제시</a:t>
            </a: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  <a:endParaRPr lang="en-US" altLang="ko-KR" sz="1200" dirty="0">
              <a:latin typeface="+mn-ea"/>
              <a:cs typeface="Gulim"/>
            </a:endParaRPr>
          </a:p>
          <a:p>
            <a:pPr marL="233680" indent="-287655"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endParaRPr lang="ko-KR" altLang="en-US" sz="800" dirty="0">
              <a:latin typeface="+mn-ea"/>
              <a:cs typeface="Gulim"/>
            </a:endParaRPr>
          </a:p>
          <a:p>
            <a:endParaRPr kumimoji="1" lang="ko-KR" altLang="en-US" sz="800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AC1D796-EE66-8F33-37BF-6E0F85D7424F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5101590" y="1143000"/>
            <a:ext cx="4309110" cy="1597873"/>
          </a:xfrm>
        </p:spPr>
        <p:txBody>
          <a:bodyPr/>
          <a:lstStyle/>
          <a:p>
            <a:pPr marL="12065">
              <a:lnSpc>
                <a:spcPct val="100000"/>
              </a:lnSpc>
              <a:spcBef>
                <a:spcPts val="105"/>
              </a:spcBef>
              <a:tabLst>
                <a:tab pos="299720" algn="l"/>
              </a:tabLst>
            </a:pP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2-6. 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기타 추가기능</a:t>
            </a:r>
          </a:p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endParaRPr lang="ko-KR" altLang="en-US" sz="1400" i="1" dirty="0">
              <a:solidFill>
                <a:srgbClr val="FF0000"/>
              </a:solidFill>
              <a:latin typeface="+mn-ea"/>
              <a:cs typeface="Malgun Gothic"/>
            </a:endParaRPr>
          </a:p>
          <a:p>
            <a:pPr marL="690880" lvl="1" indent="-287655">
              <a:lnSpc>
                <a:spcPct val="100000"/>
              </a:lnSpc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spc="-5" dirty="0">
                <a:solidFill>
                  <a:srgbClr val="FF0000"/>
                </a:solidFill>
                <a:latin typeface="+mn-ea"/>
                <a:cs typeface="Malgun Gothic"/>
              </a:rPr>
              <a:t>간략한 설명</a:t>
            </a: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</a:p>
          <a:p>
            <a:pPr marL="403225" lvl="1">
              <a:lnSpc>
                <a:spcPct val="100000"/>
              </a:lnSpc>
              <a:spcBef>
                <a:spcPts val="1440"/>
              </a:spcBef>
              <a:tabLst>
                <a:tab pos="690880" algn="l"/>
                <a:tab pos="691515" algn="l"/>
              </a:tabLst>
            </a:pP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spc="-5" dirty="0">
                <a:solidFill>
                  <a:srgbClr val="FF0000"/>
                </a:solidFill>
                <a:latin typeface="+mn-ea"/>
                <a:cs typeface="Malgun Gothic"/>
              </a:rPr>
              <a:t>기능 동작 캡처 화면 제시</a:t>
            </a: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  <a:endParaRPr lang="en-US" altLang="ko-KR" sz="1200" dirty="0">
              <a:latin typeface="+mn-ea"/>
              <a:cs typeface="Gulim"/>
            </a:endParaRPr>
          </a:p>
          <a:p>
            <a:pPr marL="233680" indent="-287655"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endParaRPr lang="ko-KR" altLang="en-US" sz="800" dirty="0">
              <a:latin typeface="+mn-ea"/>
              <a:cs typeface="Gulim"/>
            </a:endParaRPr>
          </a:p>
          <a:p>
            <a:endParaRPr kumimoji="1" lang="ko-KR" altLang="en-US" sz="800" dirty="0"/>
          </a:p>
        </p:txBody>
      </p:sp>
    </p:spTree>
    <p:extLst>
      <p:ext uri="{BB962C8B-B14F-4D97-AF65-F5344CB8AC3E}">
        <p14:creationId xmlns:p14="http://schemas.microsoft.com/office/powerpoint/2010/main" val="150386736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F4422-BB0D-3E5A-7E5E-14136C8AC9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797A25E-EF9B-015E-ACE8-7A7A35A7BF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4040" y="609888"/>
            <a:ext cx="8757919" cy="307777"/>
          </a:xfrm>
        </p:spPr>
        <p:txBody>
          <a:bodyPr/>
          <a:lstStyle/>
          <a:p>
            <a:r>
              <a:rPr lang="ko-KR" altLang="en-US" sz="2000" dirty="0">
                <a:solidFill>
                  <a:schemeClr val="tx2"/>
                </a:solidFill>
              </a:rPr>
              <a:t>기능 </a:t>
            </a:r>
            <a:r>
              <a:rPr lang="en-US" altLang="ko-KR" sz="2000" dirty="0">
                <a:solidFill>
                  <a:schemeClr val="tx2"/>
                </a:solidFill>
              </a:rPr>
              <a:t>-</a:t>
            </a:r>
            <a:r>
              <a:rPr lang="ko-KR" altLang="en-US" sz="2000" dirty="0">
                <a:solidFill>
                  <a:schemeClr val="tx2"/>
                </a:solidFill>
              </a:rPr>
              <a:t> </a:t>
            </a:r>
            <a:r>
              <a:rPr lang="en-US" altLang="ko-KR" sz="2000" dirty="0">
                <a:solidFill>
                  <a:schemeClr val="tx2"/>
                </a:solidFill>
              </a:rPr>
              <a:t>3. Client System(Android, </a:t>
            </a:r>
            <a:r>
              <a:rPr lang="en-US" altLang="ko-KR" dirty="0">
                <a:solidFill>
                  <a:schemeClr val="tx2"/>
                </a:solidFill>
              </a:rPr>
              <a:t>Java</a:t>
            </a:r>
            <a:r>
              <a:rPr lang="ko-KR" altLang="en-US" dirty="0">
                <a:solidFill>
                  <a:schemeClr val="tx2"/>
                </a:solidFill>
              </a:rPr>
              <a:t>기반</a:t>
            </a:r>
            <a:r>
              <a:rPr lang="en-US" altLang="ko-KR" sz="2000" dirty="0">
                <a:solidFill>
                  <a:schemeClr val="tx2"/>
                </a:solidFill>
              </a:rPr>
              <a:t>, </a:t>
            </a:r>
            <a:r>
              <a:rPr lang="ko-KR" altLang="en-US" sz="2000" dirty="0">
                <a:solidFill>
                  <a:schemeClr val="tx2"/>
                </a:solidFill>
              </a:rPr>
              <a:t>개별 제안</a:t>
            </a:r>
            <a:r>
              <a:rPr lang="en-US" altLang="ko-KR" sz="2000" dirty="0">
                <a:solidFill>
                  <a:schemeClr val="tx2"/>
                </a:solidFill>
              </a:rPr>
              <a:t>)</a:t>
            </a:r>
            <a:endParaRPr kumimoji="1"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A394BAA-EF43-505D-E9D9-DC0027135C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95300" y="1143000"/>
            <a:ext cx="4309110" cy="1733808"/>
          </a:xfrm>
        </p:spPr>
        <p:txBody>
          <a:bodyPr/>
          <a:lstStyle/>
          <a:p>
            <a:pPr marL="12065">
              <a:lnSpc>
                <a:spcPct val="100000"/>
              </a:lnSpc>
              <a:spcBef>
                <a:spcPts val="105"/>
              </a:spcBef>
              <a:tabLst>
                <a:tab pos="299720" algn="l"/>
              </a:tabLst>
            </a:pP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3.1. Image list view 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기능</a:t>
            </a: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(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공통 기능</a:t>
            </a: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, 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개별 제안</a:t>
            </a: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)</a:t>
            </a:r>
          </a:p>
          <a:p>
            <a:pPr marL="171450" marR="0" lvl="0" indent="-171450" defTabSz="914400" eaLnBrk="1" fontAlgn="auto" latinLnBrk="0" hangingPunct="1">
              <a:lnSpc>
                <a:spcPct val="100000"/>
              </a:lnSpc>
              <a:spcBef>
                <a:spcPts val="1440"/>
              </a:spcBef>
              <a:spcAft>
                <a:spcPts val="0"/>
              </a:spcAft>
              <a:buClrTx/>
              <a:buSzTx/>
              <a:buFontTx/>
              <a:buChar char="-"/>
              <a:tabLst>
                <a:tab pos="690880" algn="l"/>
                <a:tab pos="691515" algn="l"/>
              </a:tabLst>
              <a:defRPr/>
            </a:pPr>
            <a:r>
              <a:rPr kumimoji="0" lang="ko-KR" altLang="en-US" sz="1200" b="0" i="0" u="none" strike="noStrike" kern="0" cap="none" spc="-5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Malgun Gothic"/>
              </a:rPr>
              <a:t>ㅎㅇ</a:t>
            </a:r>
            <a:endParaRPr lang="ko-KR" altLang="en-US" sz="1400" i="1" dirty="0">
              <a:solidFill>
                <a:srgbClr val="FF0000"/>
              </a:solidFill>
              <a:latin typeface="+mn-ea"/>
              <a:cs typeface="Malgun Gothic"/>
            </a:endParaRPr>
          </a:p>
          <a:p>
            <a:pPr marL="690880" lvl="1" indent="-287655">
              <a:lnSpc>
                <a:spcPct val="100000"/>
              </a:lnSpc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spc="-5" dirty="0">
                <a:solidFill>
                  <a:srgbClr val="FF0000"/>
                </a:solidFill>
                <a:latin typeface="+mn-ea"/>
                <a:cs typeface="Malgun Gothic"/>
              </a:rPr>
              <a:t>간략한 설명</a:t>
            </a: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</a:p>
          <a:p>
            <a:pPr marL="403225" lvl="1">
              <a:lnSpc>
                <a:spcPct val="100000"/>
              </a:lnSpc>
              <a:spcBef>
                <a:spcPts val="1440"/>
              </a:spcBef>
              <a:tabLst>
                <a:tab pos="690880" algn="l"/>
                <a:tab pos="691515" algn="l"/>
              </a:tabLst>
            </a:pP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spc="-5" dirty="0">
                <a:solidFill>
                  <a:srgbClr val="FF0000"/>
                </a:solidFill>
                <a:latin typeface="+mn-ea"/>
                <a:cs typeface="Malgun Gothic"/>
              </a:rPr>
              <a:t>기능 동작 캡처 화면 제시</a:t>
            </a: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  <a:endParaRPr lang="en-US" altLang="ko-KR" sz="1200" dirty="0">
              <a:latin typeface="+mn-ea"/>
              <a:cs typeface="Gulim"/>
            </a:endParaRPr>
          </a:p>
          <a:p>
            <a:pPr marL="233680" indent="-287655"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endParaRPr lang="ko-KR" altLang="en-US" sz="800" dirty="0">
              <a:latin typeface="+mn-ea"/>
              <a:cs typeface="Gulim"/>
            </a:endParaRPr>
          </a:p>
          <a:p>
            <a:endParaRPr kumimoji="1" lang="ko-KR" altLang="en-US" sz="800" dirty="0"/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750B8A7-7FF0-6EAE-390E-8D3D5A0B7D5F}"/>
              </a:ext>
            </a:extLst>
          </p:cNvPr>
          <p:cNvSpPr>
            <a:spLocks noGrp="1"/>
          </p:cNvSpPr>
          <p:nvPr>
            <p:ph sz="half" idx="3"/>
          </p:nvPr>
        </p:nvSpPr>
        <p:spPr>
          <a:xfrm>
            <a:off x="5101590" y="1143000"/>
            <a:ext cx="4309110" cy="1813317"/>
          </a:xfrm>
        </p:spPr>
        <p:txBody>
          <a:bodyPr/>
          <a:lstStyle/>
          <a:p>
            <a:pPr marL="12065">
              <a:lnSpc>
                <a:spcPct val="100000"/>
              </a:lnSpc>
              <a:spcBef>
                <a:spcPts val="105"/>
              </a:spcBef>
              <a:tabLst>
                <a:tab pos="299720" algn="l"/>
              </a:tabLst>
            </a:pPr>
            <a:r>
              <a:rPr lang="en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3.2. Image 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목록</a:t>
            </a: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, 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획득을 위한 </a:t>
            </a:r>
            <a:r>
              <a:rPr lang="en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HTTP </a:t>
            </a:r>
            <a:r>
              <a:rPr lang="en" altLang="ko-KR" sz="1400" spc="-5" dirty="0" err="1">
                <a:solidFill>
                  <a:srgbClr val="558ED5"/>
                </a:solidFill>
                <a:latin typeface="+mn-ea"/>
                <a:cs typeface="Malgun Gothic"/>
              </a:rPr>
              <a:t>Restfull</a:t>
            </a:r>
            <a:r>
              <a:rPr lang="en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 API 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사용</a:t>
            </a: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(</a:t>
            </a:r>
            <a:r>
              <a:rPr lang="ko-KR" altLang="en-US" sz="1400" spc="-5" dirty="0">
                <a:solidFill>
                  <a:srgbClr val="558ED5"/>
                </a:solidFill>
                <a:latin typeface="+mn-ea"/>
                <a:cs typeface="Malgun Gothic"/>
              </a:rPr>
              <a:t>신규 추가 필요</a:t>
            </a:r>
            <a:r>
              <a:rPr lang="en-US" altLang="ko-KR" sz="1400" spc="-5" dirty="0">
                <a:solidFill>
                  <a:srgbClr val="558ED5"/>
                </a:solidFill>
                <a:latin typeface="+mn-ea"/>
                <a:cs typeface="Malgun Gothic"/>
              </a:rPr>
              <a:t>)</a:t>
            </a:r>
            <a:endParaRPr lang="ko-KR" altLang="en-US" sz="1400" b="1" spc="-5" dirty="0">
              <a:solidFill>
                <a:srgbClr val="558ED5"/>
              </a:solidFill>
              <a:latin typeface="+mn-ea"/>
              <a:cs typeface="Malgun Gothic"/>
            </a:endParaRPr>
          </a:p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endParaRPr lang="ko-KR" altLang="en-US" sz="1400" i="1" dirty="0">
              <a:solidFill>
                <a:srgbClr val="FF0000"/>
              </a:solidFill>
              <a:latin typeface="+mn-ea"/>
              <a:cs typeface="Malgun Gothic"/>
            </a:endParaRPr>
          </a:p>
          <a:p>
            <a:pPr marL="690880" lvl="1" indent="-287655">
              <a:lnSpc>
                <a:spcPct val="100000"/>
              </a:lnSpc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spc="-5" dirty="0">
                <a:solidFill>
                  <a:srgbClr val="FF0000"/>
                </a:solidFill>
                <a:latin typeface="+mn-ea"/>
                <a:cs typeface="Malgun Gothic"/>
              </a:rPr>
              <a:t>간략한 설명</a:t>
            </a: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</a:p>
          <a:p>
            <a:pPr marL="403225" lvl="1">
              <a:lnSpc>
                <a:spcPct val="100000"/>
              </a:lnSpc>
              <a:spcBef>
                <a:spcPts val="1440"/>
              </a:spcBef>
              <a:tabLst>
                <a:tab pos="690880" algn="l"/>
                <a:tab pos="691515" algn="l"/>
              </a:tabLst>
            </a:pP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spc="-5" dirty="0">
                <a:solidFill>
                  <a:srgbClr val="FF0000"/>
                </a:solidFill>
                <a:latin typeface="+mn-ea"/>
                <a:cs typeface="Malgun Gothic"/>
              </a:rPr>
              <a:t>기능 동작 캡처 화면 제시</a:t>
            </a:r>
            <a:r>
              <a:rPr lang="en-US" altLang="ko-KR" sz="1200" i="1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  <a:endParaRPr lang="en-US" altLang="ko-KR" sz="1200" dirty="0">
              <a:latin typeface="+mn-ea"/>
              <a:cs typeface="Gulim"/>
            </a:endParaRPr>
          </a:p>
          <a:p>
            <a:pPr marL="233680" indent="-287655"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endParaRPr lang="ko-KR" altLang="en-US" sz="800" dirty="0">
              <a:latin typeface="+mn-ea"/>
              <a:cs typeface="Gulim"/>
            </a:endParaRPr>
          </a:p>
          <a:p>
            <a:endParaRPr kumimoji="1" lang="ko-KR" altLang="en-US" sz="800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6E01DD3E-BC55-0D0F-9780-7B8B684C16E3}"/>
              </a:ext>
            </a:extLst>
          </p:cNvPr>
          <p:cNvSpPr txBox="1">
            <a:spLocks/>
          </p:cNvSpPr>
          <p:nvPr/>
        </p:nvSpPr>
        <p:spPr>
          <a:xfrm>
            <a:off x="458118" y="4038600"/>
            <a:ext cx="4309110" cy="181331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050" b="0" i="0">
                <a:solidFill>
                  <a:schemeClr val="bg1"/>
                </a:solidFill>
                <a:latin typeface="Consolas"/>
                <a:ea typeface="+mn-ea"/>
                <a:cs typeface="Consola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2065" latinLnBrk="0">
              <a:spcBef>
                <a:spcPts val="105"/>
              </a:spcBef>
              <a:tabLst>
                <a:tab pos="299720" algn="l"/>
              </a:tabLst>
            </a:pP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3.3. </a:t>
            </a:r>
            <a:r>
              <a:rPr lang="ko-KR" altLang="en-US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공통기능 및 추가기능을 활용한 사용자 시나리오 및 </a:t>
            </a: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UI </a:t>
            </a:r>
            <a:r>
              <a:rPr lang="ko-KR" altLang="en-US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제공 </a:t>
            </a: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(</a:t>
            </a:r>
            <a:r>
              <a:rPr lang="ko-KR" altLang="en-US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신규 추가 필요</a:t>
            </a: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)</a:t>
            </a:r>
          </a:p>
          <a:p>
            <a:pPr marL="12065" latinLnBrk="0">
              <a:spcBef>
                <a:spcPts val="105"/>
              </a:spcBef>
              <a:tabLst>
                <a:tab pos="299720" algn="l"/>
              </a:tabLst>
            </a:pPr>
            <a:endParaRPr lang="ko-KR" altLang="en-US" sz="1400" i="1" kern="0" dirty="0">
              <a:solidFill>
                <a:srgbClr val="FF0000"/>
              </a:solidFill>
              <a:latin typeface="+mn-ea"/>
              <a:cs typeface="Malgun Gothic"/>
            </a:endParaRPr>
          </a:p>
          <a:p>
            <a:pPr marL="690880" lvl="1" indent="-287655" latinLnBrk="0">
              <a:spcBef>
                <a:spcPts val="1440"/>
              </a:spcBef>
              <a:buFontTx/>
              <a:buChar char="-"/>
              <a:tabLst>
                <a:tab pos="690880" algn="l"/>
                <a:tab pos="691515" algn="l"/>
              </a:tabLst>
            </a:pPr>
            <a:r>
              <a:rPr lang="en-US" altLang="ko-KR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간략한 설명</a:t>
            </a:r>
            <a:r>
              <a:rPr lang="en-US" altLang="ko-KR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</a:p>
          <a:p>
            <a:pPr marL="403225" lvl="1" latinLnBrk="0">
              <a:spcBef>
                <a:spcPts val="1440"/>
              </a:spcBef>
              <a:tabLst>
                <a:tab pos="690880" algn="l"/>
                <a:tab pos="691515" algn="l"/>
              </a:tabLst>
            </a:pPr>
            <a:r>
              <a:rPr lang="en-US" altLang="ko-KR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기능 동작 캡처 화면 제시</a:t>
            </a:r>
            <a:r>
              <a:rPr lang="en-US" altLang="ko-KR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  <a:endParaRPr lang="en-US" altLang="ko-KR" sz="1200" kern="0" dirty="0">
              <a:solidFill>
                <a:sysClr val="windowText" lastClr="000000"/>
              </a:solidFill>
              <a:latin typeface="+mn-ea"/>
              <a:cs typeface="Gulim"/>
            </a:endParaRPr>
          </a:p>
          <a:p>
            <a:pPr marL="233680" indent="-287655" latinLnBrk="0">
              <a:spcBef>
                <a:spcPts val="1440"/>
              </a:spcBef>
              <a:buFontTx/>
              <a:buChar char="-"/>
              <a:tabLst>
                <a:tab pos="690880" algn="l"/>
                <a:tab pos="691515" algn="l"/>
              </a:tabLst>
            </a:pPr>
            <a:endParaRPr lang="ko-KR" altLang="en-US" sz="800" kern="0" dirty="0">
              <a:latin typeface="+mn-ea"/>
              <a:cs typeface="Gulim"/>
            </a:endParaRPr>
          </a:p>
          <a:p>
            <a:pPr latinLnBrk="0"/>
            <a:endParaRPr kumimoji="1" lang="ko-KR" altLang="en-US" sz="800" kern="0" dirty="0"/>
          </a:p>
        </p:txBody>
      </p:sp>
      <p:sp>
        <p:nvSpPr>
          <p:cNvPr id="6" name="내용 개체 틀 3">
            <a:extLst>
              <a:ext uri="{FF2B5EF4-FFF2-40B4-BE49-F238E27FC236}">
                <a16:creationId xmlns:a16="http://schemas.microsoft.com/office/drawing/2014/main" id="{0F8C301E-3D83-105C-BBF1-8DF4BD734E96}"/>
              </a:ext>
            </a:extLst>
          </p:cNvPr>
          <p:cNvSpPr txBox="1">
            <a:spLocks/>
          </p:cNvSpPr>
          <p:nvPr/>
        </p:nvSpPr>
        <p:spPr>
          <a:xfrm>
            <a:off x="5064408" y="4038600"/>
            <a:ext cx="4309110" cy="13696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050" b="0" i="0">
                <a:solidFill>
                  <a:schemeClr val="bg1"/>
                </a:solidFill>
                <a:latin typeface="Consolas"/>
                <a:ea typeface="+mn-ea"/>
                <a:cs typeface="Consolas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marL="12065" latinLnBrk="0">
              <a:spcBef>
                <a:spcPts val="105"/>
              </a:spcBef>
              <a:tabLst>
                <a:tab pos="299720" algn="l"/>
              </a:tabLst>
            </a:pPr>
            <a:r>
              <a:rPr lang="en-US" altLang="ko-KR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3-4. </a:t>
            </a:r>
            <a:r>
              <a:rPr lang="ko-KR" altLang="en-US" sz="1400" kern="0" spc="-5" dirty="0">
                <a:solidFill>
                  <a:srgbClr val="558ED5"/>
                </a:solidFill>
                <a:latin typeface="+mn-ea"/>
                <a:cs typeface="Malgun Gothic"/>
              </a:rPr>
              <a:t>기타 추가 기능</a:t>
            </a:r>
            <a:endParaRPr lang="ko-KR" altLang="en-US" sz="1400" i="1" kern="0" dirty="0">
              <a:solidFill>
                <a:srgbClr val="FF0000"/>
              </a:solidFill>
              <a:latin typeface="+mn-ea"/>
              <a:cs typeface="Malgun Gothic"/>
            </a:endParaRPr>
          </a:p>
          <a:p>
            <a:pPr marL="690880" lvl="1" indent="-287655" latinLnBrk="0">
              <a:spcBef>
                <a:spcPts val="1440"/>
              </a:spcBef>
              <a:buFontTx/>
              <a:buChar char="-"/>
              <a:tabLst>
                <a:tab pos="690880" algn="l"/>
                <a:tab pos="691515" algn="l"/>
              </a:tabLst>
            </a:pPr>
            <a:r>
              <a:rPr lang="en-US" altLang="ko-KR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간략한 설명</a:t>
            </a:r>
            <a:r>
              <a:rPr lang="en-US" altLang="ko-KR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</a:p>
          <a:p>
            <a:pPr marL="403225" lvl="1" latinLnBrk="0">
              <a:spcBef>
                <a:spcPts val="1440"/>
              </a:spcBef>
              <a:tabLst>
                <a:tab pos="690880" algn="l"/>
                <a:tab pos="691515" algn="l"/>
              </a:tabLst>
            </a:pPr>
            <a:r>
              <a:rPr lang="en-US" altLang="ko-KR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기능 동작 캡처 화면 제시</a:t>
            </a:r>
            <a:r>
              <a:rPr lang="en-US" altLang="ko-KR" sz="1200" i="1" kern="0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  <a:endParaRPr lang="en-US" altLang="ko-KR" sz="1200" kern="0" dirty="0">
              <a:solidFill>
                <a:sysClr val="windowText" lastClr="000000"/>
              </a:solidFill>
              <a:latin typeface="+mn-ea"/>
              <a:cs typeface="Gulim"/>
            </a:endParaRPr>
          </a:p>
          <a:p>
            <a:pPr marL="233680" indent="-287655" latinLnBrk="0">
              <a:spcBef>
                <a:spcPts val="1440"/>
              </a:spcBef>
              <a:buFontTx/>
              <a:buChar char="-"/>
              <a:tabLst>
                <a:tab pos="690880" algn="l"/>
                <a:tab pos="691515" algn="l"/>
              </a:tabLst>
            </a:pPr>
            <a:endParaRPr lang="ko-KR" altLang="en-US" sz="800" kern="0" dirty="0">
              <a:latin typeface="+mn-ea"/>
              <a:cs typeface="Gulim"/>
            </a:endParaRPr>
          </a:p>
          <a:p>
            <a:pPr latinLnBrk="0"/>
            <a:endParaRPr kumimoji="1" lang="ko-KR" altLang="en-US" sz="800" kern="0" dirty="0"/>
          </a:p>
        </p:txBody>
      </p:sp>
    </p:spTree>
    <p:extLst>
      <p:ext uri="{BB962C8B-B14F-4D97-AF65-F5344CB8AC3E}">
        <p14:creationId xmlns:p14="http://schemas.microsoft.com/office/powerpoint/2010/main" val="21430541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A6232A-58D9-EFAF-E142-261AA29A4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711783AD-4A19-F75E-4B88-637986810F13}"/>
              </a:ext>
            </a:extLst>
          </p:cNvPr>
          <p:cNvSpPr txBox="1"/>
          <p:nvPr/>
        </p:nvSpPr>
        <p:spPr>
          <a:xfrm>
            <a:off x="1208504" y="6486875"/>
            <a:ext cx="17056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Image </a:t>
            </a:r>
            <a:r>
              <a:rPr sz="1400" b="1" spc="-5" dirty="0">
                <a:solidFill>
                  <a:srgbClr val="1F497D"/>
                </a:solidFill>
                <a:latin typeface="Times New Roman"/>
                <a:cs typeface="Times New Roman"/>
              </a:rPr>
              <a:t>Processing</a:t>
            </a:r>
            <a:r>
              <a:rPr sz="1400" b="1" spc="-70" dirty="0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Lab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44824326-EE27-709E-7158-5943D15D3EE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74040" y="609888"/>
            <a:ext cx="7807960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ko-KR" altLang="en-US" sz="2000" dirty="0"/>
              <a:t>기능</a:t>
            </a:r>
            <a:r>
              <a:rPr lang="en-US" altLang="ko-KR" sz="2000" i="1" dirty="0">
                <a:solidFill>
                  <a:srgbClr val="FF0000"/>
                </a:solidFill>
              </a:rPr>
              <a:t>(</a:t>
            </a:r>
            <a:r>
              <a:rPr lang="ko-KR" altLang="en-US" sz="2000" i="1" dirty="0">
                <a:solidFill>
                  <a:srgbClr val="FF0000"/>
                </a:solidFill>
              </a:rPr>
              <a:t>부족한 설명 </a:t>
            </a:r>
            <a:r>
              <a:rPr lang="ko-KR" altLang="en-US" sz="2000" i="1" dirty="0" err="1">
                <a:solidFill>
                  <a:srgbClr val="FF0000"/>
                </a:solidFill>
              </a:rPr>
              <a:t>추거</a:t>
            </a:r>
            <a:r>
              <a:rPr lang="en-US" altLang="ko-KR" sz="2000" i="1" dirty="0">
                <a:solidFill>
                  <a:srgbClr val="FF0000"/>
                </a:solidFill>
              </a:rPr>
              <a:t>,</a:t>
            </a:r>
            <a:r>
              <a:rPr lang="ko-KR" altLang="en-US" sz="2000" i="1" dirty="0">
                <a:solidFill>
                  <a:srgbClr val="FF0000"/>
                </a:solidFill>
              </a:rPr>
              <a:t> 신규 또는 추가 기능 중심</a:t>
            </a:r>
            <a:r>
              <a:rPr lang="en-US" altLang="ko-KR" sz="2000" i="1" dirty="0">
                <a:solidFill>
                  <a:srgbClr val="FF0000"/>
                </a:solidFill>
              </a:rPr>
              <a:t>,</a:t>
            </a:r>
            <a:r>
              <a:rPr lang="ko-KR" altLang="en-US" sz="2000" i="1" dirty="0">
                <a:solidFill>
                  <a:srgbClr val="FF0000"/>
                </a:solidFill>
              </a:rPr>
              <a:t> 페이지 추가 가능</a:t>
            </a:r>
            <a:r>
              <a:rPr lang="en-US" altLang="ko-KR" sz="2000" i="1" dirty="0">
                <a:solidFill>
                  <a:srgbClr val="FF0000"/>
                </a:solidFill>
              </a:rPr>
              <a:t>)</a:t>
            </a:r>
            <a:endParaRPr i="1" dirty="0">
              <a:solidFill>
                <a:srgbClr val="FF0000"/>
              </a:solidFill>
            </a:endParaRPr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81041FBD-FFD1-6639-E0FE-B73C65DCDC64}"/>
              </a:ext>
            </a:extLst>
          </p:cNvPr>
          <p:cNvSpPr txBox="1"/>
          <p:nvPr/>
        </p:nvSpPr>
        <p:spPr>
          <a:xfrm>
            <a:off x="574040" y="1124817"/>
            <a:ext cx="8080375" cy="123431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r>
              <a:rPr lang="en-US" altLang="ko-KR" sz="2000" spc="-5" dirty="0">
                <a:solidFill>
                  <a:srgbClr val="558ED5"/>
                </a:solidFill>
                <a:latin typeface="+mn-ea"/>
                <a:cs typeface="Malgun Gothic"/>
              </a:rPr>
              <a:t>??</a:t>
            </a:r>
            <a:r>
              <a:rPr lang="ko-KR" altLang="en-US" sz="2000" spc="-5" dirty="0">
                <a:solidFill>
                  <a:srgbClr val="558ED5"/>
                </a:solidFill>
                <a:latin typeface="+mn-ea"/>
                <a:cs typeface="Malgun Gothic"/>
              </a:rPr>
              <a:t> </a:t>
            </a:r>
            <a:r>
              <a:rPr lang="en-US" altLang="ko-KR" sz="2000" i="1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2000" i="1" spc="-5" dirty="0">
                <a:solidFill>
                  <a:srgbClr val="FF0000"/>
                </a:solidFill>
                <a:latin typeface="+mn-ea"/>
                <a:cs typeface="Malgun Gothic"/>
              </a:rPr>
              <a:t>에지</a:t>
            </a:r>
            <a:r>
              <a:rPr lang="en-US" altLang="ko-KR" sz="2000" i="1" spc="-5" dirty="0">
                <a:solidFill>
                  <a:srgbClr val="FF0000"/>
                </a:solidFill>
                <a:latin typeface="+mn-ea"/>
                <a:cs typeface="Malgun Gothic"/>
              </a:rPr>
              <a:t>/</a:t>
            </a:r>
            <a:r>
              <a:rPr lang="ko-KR" altLang="en-US" sz="2000" i="1" spc="-5" dirty="0">
                <a:solidFill>
                  <a:srgbClr val="FF0000"/>
                </a:solidFill>
                <a:latin typeface="+mn-ea"/>
                <a:cs typeface="Malgun Gothic"/>
              </a:rPr>
              <a:t>서버</a:t>
            </a:r>
            <a:r>
              <a:rPr lang="en-US" altLang="ko-KR" sz="2000" i="1" spc="-5" dirty="0">
                <a:solidFill>
                  <a:srgbClr val="FF0000"/>
                </a:solidFill>
                <a:latin typeface="+mn-ea"/>
                <a:cs typeface="Malgun Gothic"/>
              </a:rPr>
              <a:t>/</a:t>
            </a:r>
            <a:r>
              <a:rPr lang="ko-KR" altLang="en-US" sz="2000" i="1" spc="-5" dirty="0">
                <a:solidFill>
                  <a:srgbClr val="FF0000"/>
                </a:solidFill>
                <a:latin typeface="+mn-ea"/>
                <a:cs typeface="Malgun Gothic"/>
              </a:rPr>
              <a:t>스마트폰 클라이언트의 역할 제시</a:t>
            </a:r>
            <a:r>
              <a:rPr lang="en-US" altLang="ko-KR" sz="2000" i="1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  <a:endParaRPr sz="2000" i="1" dirty="0">
              <a:solidFill>
                <a:srgbClr val="FF0000"/>
              </a:solidFill>
              <a:latin typeface="+mn-ea"/>
              <a:cs typeface="Malgun Gothic"/>
            </a:endParaRPr>
          </a:p>
          <a:p>
            <a:pPr marL="690880" lvl="1" indent="-287655">
              <a:lnSpc>
                <a:spcPct val="100000"/>
              </a:lnSpc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r>
              <a:rPr lang="en-US" altLang="ko-KR" sz="1800" dirty="0">
                <a:latin typeface="+mn-ea"/>
                <a:cs typeface="Gulim"/>
              </a:rPr>
              <a:t>??</a:t>
            </a:r>
          </a:p>
          <a:p>
            <a:pPr marL="233680" indent="-287655"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endParaRPr dirty="0">
              <a:latin typeface="+mn-ea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21096114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08504" y="6486875"/>
            <a:ext cx="17056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Image </a:t>
            </a:r>
            <a:r>
              <a:rPr sz="1400" b="1" spc="-5" dirty="0">
                <a:solidFill>
                  <a:srgbClr val="1F497D"/>
                </a:solidFill>
                <a:latin typeface="Times New Roman"/>
                <a:cs typeface="Times New Roman"/>
              </a:rPr>
              <a:t>Processing</a:t>
            </a:r>
            <a:r>
              <a:rPr sz="1400" b="1" spc="-70" dirty="0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Lab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4040" y="609888"/>
            <a:ext cx="3845560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ko-KR" altLang="en-US" sz="2000" dirty="0"/>
              <a:t>사용자 시나리오</a:t>
            </a:r>
            <a:r>
              <a:rPr lang="en-US" altLang="ko-KR" sz="2000" dirty="0"/>
              <a:t>(Ui </a:t>
            </a:r>
            <a:r>
              <a:rPr lang="ko-KR" altLang="en-US" sz="2000" dirty="0"/>
              <a:t>구성</a:t>
            </a:r>
            <a:r>
              <a:rPr lang="en-US" altLang="ko-KR" sz="2000" dirty="0"/>
              <a:t>)</a:t>
            </a:r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574040" y="1124817"/>
            <a:ext cx="8080375" cy="77777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r>
              <a:rPr lang="en-US" altLang="ko-KR" sz="2000" spc="-5" dirty="0">
                <a:solidFill>
                  <a:srgbClr val="558ED5"/>
                </a:solidFill>
                <a:latin typeface="+mn-ea"/>
                <a:cs typeface="Malgun Gothic"/>
              </a:rPr>
              <a:t>??</a:t>
            </a:r>
            <a:r>
              <a:rPr lang="ko-KR" altLang="en-US" sz="2000" spc="-5" dirty="0">
                <a:solidFill>
                  <a:srgbClr val="558ED5"/>
                </a:solidFill>
                <a:latin typeface="+mn-ea"/>
                <a:cs typeface="Malgun Gothic"/>
              </a:rPr>
              <a:t> </a:t>
            </a:r>
            <a:r>
              <a:rPr lang="en-US" altLang="ko-KR" sz="2000" i="1" spc="-5" dirty="0">
                <a:solidFill>
                  <a:srgbClr val="FF0000"/>
                </a:solidFill>
                <a:latin typeface="+mn-ea"/>
                <a:cs typeface="Malgun Gothic"/>
              </a:rPr>
              <a:t>(</a:t>
            </a:r>
            <a:r>
              <a:rPr lang="ko-KR" altLang="en-US" sz="2000" i="1" spc="-5" dirty="0">
                <a:solidFill>
                  <a:srgbClr val="FF0000"/>
                </a:solidFill>
                <a:latin typeface="+mn-ea"/>
                <a:cs typeface="Malgun Gothic"/>
              </a:rPr>
              <a:t>개발 완료된 상태를 캡처하여 사용</a:t>
            </a:r>
            <a:r>
              <a:rPr lang="en-US" altLang="ko-KR" sz="2000" i="1" spc="-5" dirty="0">
                <a:solidFill>
                  <a:srgbClr val="FF0000"/>
                </a:solidFill>
                <a:latin typeface="+mn-ea"/>
                <a:cs typeface="Malgun Gothic"/>
              </a:rPr>
              <a:t>)</a:t>
            </a:r>
            <a:endParaRPr sz="2000" dirty="0">
              <a:latin typeface="+mn-ea"/>
              <a:cs typeface="Malgun Gothic"/>
            </a:endParaRPr>
          </a:p>
          <a:p>
            <a:pPr marL="690880" lvl="1" indent="-287655">
              <a:lnSpc>
                <a:spcPct val="100000"/>
              </a:lnSpc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r>
              <a:rPr lang="en-US" altLang="ko-KR" sz="1800" dirty="0">
                <a:latin typeface="+mn-ea"/>
                <a:cs typeface="Gulim"/>
              </a:rPr>
              <a:t>??</a:t>
            </a:r>
            <a:endParaRPr sz="1800" dirty="0">
              <a:latin typeface="+mn-ea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25556137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08504" y="6486875"/>
            <a:ext cx="17056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Image </a:t>
            </a:r>
            <a:r>
              <a:rPr sz="1400" b="1" spc="-5" dirty="0">
                <a:solidFill>
                  <a:srgbClr val="1F497D"/>
                </a:solidFill>
                <a:latin typeface="Times New Roman"/>
                <a:cs typeface="Times New Roman"/>
              </a:rPr>
              <a:t>Processing</a:t>
            </a:r>
            <a:r>
              <a:rPr sz="1400" b="1" spc="-70" dirty="0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Lab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4040" y="609888"/>
            <a:ext cx="3845560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ko-KR" altLang="en-US" sz="2000" dirty="0"/>
              <a:t>개발과정의 이슈</a:t>
            </a:r>
            <a:r>
              <a:rPr lang="en-US" altLang="ko-KR" sz="2000" i="1" dirty="0">
                <a:solidFill>
                  <a:srgbClr val="FF0000"/>
                </a:solidFill>
              </a:rPr>
              <a:t>(</a:t>
            </a:r>
            <a:r>
              <a:rPr lang="ko-KR" altLang="en-US" sz="2000" i="1" dirty="0">
                <a:solidFill>
                  <a:srgbClr val="FF0000"/>
                </a:solidFill>
              </a:rPr>
              <a:t>선택</a:t>
            </a:r>
            <a:r>
              <a:rPr lang="en-US" altLang="ko-KR" sz="2000" i="1" dirty="0">
                <a:solidFill>
                  <a:srgbClr val="FF0000"/>
                </a:solidFill>
              </a:rPr>
              <a:t>)</a:t>
            </a:r>
            <a:endParaRPr i="1" dirty="0">
              <a:solidFill>
                <a:srgbClr val="FF0000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4040" y="1124817"/>
            <a:ext cx="8080375" cy="77777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r>
              <a:rPr lang="en-US" altLang="ko-KR" sz="2000" spc="-5" dirty="0">
                <a:solidFill>
                  <a:srgbClr val="558ED5"/>
                </a:solidFill>
                <a:latin typeface="+mn-ea"/>
                <a:cs typeface="Malgun Gothic"/>
              </a:rPr>
              <a:t>??</a:t>
            </a:r>
            <a:endParaRPr sz="2000" dirty="0">
              <a:latin typeface="+mn-ea"/>
              <a:cs typeface="Malgun Gothic"/>
            </a:endParaRPr>
          </a:p>
          <a:p>
            <a:pPr marL="690880" lvl="1" indent="-287655">
              <a:lnSpc>
                <a:spcPct val="100000"/>
              </a:lnSpc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r>
              <a:rPr lang="en-US" altLang="ko-KR" sz="1800" dirty="0">
                <a:latin typeface="+mn-ea"/>
                <a:cs typeface="Gulim"/>
              </a:rPr>
              <a:t>??</a:t>
            </a:r>
            <a:endParaRPr sz="1800" dirty="0">
              <a:latin typeface="+mn-ea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29300147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08504" y="6486875"/>
            <a:ext cx="17056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Image </a:t>
            </a:r>
            <a:r>
              <a:rPr sz="1400" b="1" spc="-5" dirty="0">
                <a:solidFill>
                  <a:srgbClr val="1F497D"/>
                </a:solidFill>
                <a:latin typeface="Times New Roman"/>
                <a:cs typeface="Times New Roman"/>
              </a:rPr>
              <a:t>Processing</a:t>
            </a:r>
            <a:r>
              <a:rPr sz="1400" b="1" spc="-70" dirty="0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Lab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4040" y="609888"/>
            <a:ext cx="6664960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lang="ko-KR" altLang="en-US" sz="2000" dirty="0"/>
              <a:t>데모</a:t>
            </a:r>
            <a:r>
              <a:rPr lang="en-US" altLang="ko-KR" sz="2000" i="1" dirty="0">
                <a:solidFill>
                  <a:srgbClr val="FF0000"/>
                </a:solidFill>
              </a:rPr>
              <a:t>(</a:t>
            </a:r>
            <a:r>
              <a:rPr lang="ko-KR" altLang="en-US" sz="2000" i="1" dirty="0">
                <a:solidFill>
                  <a:srgbClr val="FF0000"/>
                </a:solidFill>
              </a:rPr>
              <a:t>구동 동영상</a:t>
            </a:r>
            <a:r>
              <a:rPr lang="en-US" altLang="ko-KR" sz="2000" i="1" dirty="0">
                <a:solidFill>
                  <a:srgbClr val="FF0000"/>
                </a:solidFill>
              </a:rPr>
              <a:t>,</a:t>
            </a:r>
            <a:r>
              <a:rPr lang="ko-KR" altLang="en-US" sz="2000" i="1" dirty="0">
                <a:solidFill>
                  <a:srgbClr val="FF0000"/>
                </a:solidFill>
              </a:rPr>
              <a:t> </a:t>
            </a:r>
            <a:r>
              <a:rPr lang="en-US" altLang="ko-KR" sz="2000" i="1" dirty="0">
                <a:solidFill>
                  <a:srgbClr val="FF0000"/>
                </a:solidFill>
              </a:rPr>
              <a:t>mp4</a:t>
            </a:r>
            <a:r>
              <a:rPr lang="ko-KR" altLang="en-US" sz="2000" i="1" dirty="0">
                <a:solidFill>
                  <a:srgbClr val="FF0000"/>
                </a:solidFill>
              </a:rPr>
              <a:t> 동영상 파일을 추가 함</a:t>
            </a:r>
            <a:r>
              <a:rPr lang="en-US" altLang="ko-KR" sz="2000" i="1" dirty="0">
                <a:solidFill>
                  <a:srgbClr val="FF0000"/>
                </a:solidFill>
              </a:rPr>
              <a:t>)</a:t>
            </a:r>
            <a:endParaRPr i="1" dirty="0">
              <a:solidFill>
                <a:srgbClr val="FF0000"/>
              </a:solidFill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74040" y="1124817"/>
            <a:ext cx="8080375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r>
              <a:rPr lang="ko-KR" altLang="en-US" sz="2000" spc="-5" dirty="0">
                <a:solidFill>
                  <a:srgbClr val="558ED5"/>
                </a:solidFill>
                <a:latin typeface="+mn-ea"/>
                <a:cs typeface="Malgun Gothic"/>
              </a:rPr>
              <a:t>데모 동영상</a:t>
            </a:r>
            <a:endParaRPr sz="2000" dirty="0">
              <a:latin typeface="+mn-ea"/>
              <a:cs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27688967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08504" y="6486875"/>
            <a:ext cx="17056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Image </a:t>
            </a:r>
            <a:r>
              <a:rPr sz="1400" b="1" spc="-5" dirty="0">
                <a:solidFill>
                  <a:srgbClr val="1F497D"/>
                </a:solidFill>
                <a:latin typeface="Times New Roman"/>
                <a:cs typeface="Times New Roman"/>
              </a:rPr>
              <a:t>Processing</a:t>
            </a:r>
            <a:r>
              <a:rPr sz="1400" b="1" spc="-70" dirty="0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Lab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4040" y="609888"/>
            <a:ext cx="2550160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ko-KR" altLang="en-US" dirty="0">
                <a:latin typeface="Times New Roman"/>
                <a:cs typeface="Times New Roman"/>
              </a:rPr>
              <a:t>기대효과 및 결론</a:t>
            </a:r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574040" y="1124817"/>
            <a:ext cx="8080375" cy="777777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r>
              <a:rPr lang="en-US" altLang="ko-KR" sz="2000" spc="-5" dirty="0">
                <a:solidFill>
                  <a:srgbClr val="558ED5"/>
                </a:solidFill>
                <a:latin typeface="+mn-ea"/>
                <a:cs typeface="Malgun Gothic"/>
              </a:rPr>
              <a:t>??</a:t>
            </a:r>
            <a:endParaRPr sz="2000" dirty="0">
              <a:latin typeface="+mn-ea"/>
              <a:cs typeface="Malgun Gothic"/>
            </a:endParaRPr>
          </a:p>
          <a:p>
            <a:pPr marL="690880" lvl="1" indent="-287655">
              <a:lnSpc>
                <a:spcPct val="100000"/>
              </a:lnSpc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r>
              <a:rPr lang="en-US" altLang="ko-KR" sz="1800" dirty="0">
                <a:latin typeface="+mn-ea"/>
                <a:cs typeface="Gulim"/>
              </a:rPr>
              <a:t>??</a:t>
            </a:r>
            <a:endParaRPr sz="1800" dirty="0">
              <a:latin typeface="+mn-ea"/>
              <a:cs typeface="Gulim"/>
            </a:endParaRPr>
          </a:p>
        </p:txBody>
      </p:sp>
    </p:spTree>
    <p:extLst>
      <p:ext uri="{BB962C8B-B14F-4D97-AF65-F5344CB8AC3E}">
        <p14:creationId xmlns:p14="http://schemas.microsoft.com/office/powerpoint/2010/main" val="382540113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08504" y="6486875"/>
            <a:ext cx="1705610" cy="2393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Image </a:t>
            </a:r>
            <a:r>
              <a:rPr sz="1400" b="1" spc="-5" dirty="0">
                <a:solidFill>
                  <a:srgbClr val="1F497D"/>
                </a:solidFill>
                <a:latin typeface="Times New Roman"/>
                <a:cs typeface="Times New Roman"/>
              </a:rPr>
              <a:t>Processing</a:t>
            </a:r>
            <a:r>
              <a:rPr sz="1400" b="1" spc="-70" dirty="0">
                <a:solidFill>
                  <a:srgbClr val="1F497D"/>
                </a:solidFill>
                <a:latin typeface="Times New Roman"/>
                <a:cs typeface="Times New Roman"/>
              </a:rPr>
              <a:t> </a:t>
            </a:r>
            <a:r>
              <a:rPr sz="1400" b="1" dirty="0">
                <a:solidFill>
                  <a:srgbClr val="1F497D"/>
                </a:solidFill>
                <a:latin typeface="Times New Roman"/>
                <a:cs typeface="Times New Roman"/>
              </a:rPr>
              <a:t>Lab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574040" y="609888"/>
            <a:ext cx="2626360" cy="32124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lang="ko-KR" altLang="en-US" dirty="0">
                <a:latin typeface="Times New Roman"/>
                <a:cs typeface="Times New Roman"/>
              </a:rPr>
              <a:t>결과물의 목록</a:t>
            </a:r>
            <a:endParaRPr dirty="0"/>
          </a:p>
        </p:txBody>
      </p:sp>
      <p:sp>
        <p:nvSpPr>
          <p:cNvPr id="4" name="object 4"/>
          <p:cNvSpPr txBox="1"/>
          <p:nvPr/>
        </p:nvSpPr>
        <p:spPr>
          <a:xfrm>
            <a:off x="574040" y="1124817"/>
            <a:ext cx="8080375" cy="109837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r>
              <a:rPr lang="ko-KR" altLang="en-US" sz="2000" spc="-5" dirty="0">
                <a:solidFill>
                  <a:srgbClr val="558ED5"/>
                </a:solidFill>
                <a:latin typeface="+mn-ea"/>
                <a:cs typeface="Malgun Gothic"/>
              </a:rPr>
              <a:t>서비스 </a:t>
            </a:r>
            <a:r>
              <a:rPr lang="en-US" altLang="ko-KR" sz="2000" spc="-5" dirty="0">
                <a:solidFill>
                  <a:srgbClr val="558ED5"/>
                </a:solidFill>
                <a:latin typeface="+mn-ea"/>
                <a:cs typeface="Malgun Gothic"/>
              </a:rPr>
              <a:t>URL :  </a:t>
            </a:r>
            <a:r>
              <a:rPr lang="en-US" altLang="ko-KR" sz="2000" i="1" spc="-5" dirty="0">
                <a:solidFill>
                  <a:srgbClr val="FF0000"/>
                </a:solidFill>
                <a:latin typeface="+mn-ea"/>
                <a:cs typeface="Malgun Gothic"/>
              </a:rPr>
              <a:t>http://</a:t>
            </a:r>
            <a:r>
              <a:rPr lang="en-US" altLang="ko-KR" sz="2000" i="1" spc="-5" dirty="0" err="1">
                <a:solidFill>
                  <a:srgbClr val="FF0000"/>
                </a:solidFill>
                <a:latin typeface="+mn-ea"/>
                <a:cs typeface="Malgun Gothic"/>
              </a:rPr>
              <a:t>xxx.xxx.xxx</a:t>
            </a:r>
            <a:endParaRPr lang="en-US" altLang="ko-KR" sz="2000" i="1" spc="-5" dirty="0">
              <a:solidFill>
                <a:srgbClr val="FF0000"/>
              </a:solidFill>
              <a:latin typeface="+mn-ea"/>
              <a:cs typeface="Malgun Gothic"/>
            </a:endParaRPr>
          </a:p>
          <a:p>
            <a:pPr marL="299085" indent="-287020">
              <a:lnSpc>
                <a:spcPct val="100000"/>
              </a:lnSpc>
              <a:spcBef>
                <a:spcPts val="105"/>
              </a:spcBef>
              <a:buFont typeface="Wingdings"/>
              <a:buChar char=""/>
              <a:tabLst>
                <a:tab pos="299720" algn="l"/>
              </a:tabLst>
            </a:pPr>
            <a:r>
              <a:rPr lang="ko-KR" altLang="en-US" sz="2000" spc="-5" dirty="0">
                <a:solidFill>
                  <a:srgbClr val="558ED5"/>
                </a:solidFill>
                <a:latin typeface="+mn-ea"/>
                <a:cs typeface="Malgun Gothic"/>
              </a:rPr>
              <a:t>소스코드 </a:t>
            </a:r>
            <a:r>
              <a:rPr lang="en-US" altLang="ko-KR" sz="2000" spc="-5" dirty="0">
                <a:solidFill>
                  <a:srgbClr val="558ED5"/>
                </a:solidFill>
                <a:latin typeface="+mn-ea"/>
                <a:cs typeface="Malgun Gothic"/>
              </a:rPr>
              <a:t>git </a:t>
            </a:r>
            <a:r>
              <a:rPr lang="ko-KR" altLang="en-US" sz="2000" spc="-5" dirty="0">
                <a:solidFill>
                  <a:srgbClr val="558ED5"/>
                </a:solidFill>
                <a:latin typeface="+mn-ea"/>
                <a:cs typeface="Malgun Gothic"/>
              </a:rPr>
              <a:t>주소 </a:t>
            </a:r>
            <a:r>
              <a:rPr lang="en-US" altLang="ko-KR" sz="2000" spc="-5" dirty="0">
                <a:solidFill>
                  <a:srgbClr val="558ED5"/>
                </a:solidFill>
                <a:latin typeface="+mn-ea"/>
                <a:cs typeface="Malgun Gothic"/>
              </a:rPr>
              <a:t>: </a:t>
            </a:r>
            <a:r>
              <a:rPr lang="en-US" altLang="ko-KR" sz="2000" i="1" spc="-5" dirty="0">
                <a:solidFill>
                  <a:srgbClr val="FF0000"/>
                </a:solidFill>
                <a:latin typeface="+mn-ea"/>
                <a:cs typeface="Malgun Gothic"/>
              </a:rPr>
              <a:t>http://</a:t>
            </a:r>
            <a:r>
              <a:rPr lang="en-US" altLang="ko-KR" sz="2000" i="1" spc="-5" dirty="0" err="1">
                <a:solidFill>
                  <a:srgbClr val="FF0000"/>
                </a:solidFill>
                <a:latin typeface="+mn-ea"/>
                <a:cs typeface="Malgun Gothic"/>
              </a:rPr>
              <a:t>xxx.xxx.xxx</a:t>
            </a:r>
            <a:endParaRPr sz="2000" dirty="0">
              <a:latin typeface="+mn-ea"/>
              <a:cs typeface="Malgun Gothic"/>
            </a:endParaRPr>
          </a:p>
          <a:p>
            <a:pPr marL="690880" lvl="1" indent="-287655">
              <a:lnSpc>
                <a:spcPct val="100000"/>
              </a:lnSpc>
              <a:spcBef>
                <a:spcPts val="1440"/>
              </a:spcBef>
              <a:buChar char="-"/>
              <a:tabLst>
                <a:tab pos="690880" algn="l"/>
                <a:tab pos="691515" algn="l"/>
              </a:tabLst>
            </a:pPr>
            <a:r>
              <a:rPr lang="ko-KR" altLang="en-US" i="1" dirty="0">
                <a:solidFill>
                  <a:srgbClr val="FF0000"/>
                </a:solidFill>
                <a:latin typeface="+mn-ea"/>
                <a:cs typeface="Gulim"/>
              </a:rPr>
              <a:t>폴더 형식 </a:t>
            </a:r>
            <a:endParaRPr lang="en-US" altLang="ko-KR" i="1" dirty="0">
              <a:solidFill>
                <a:srgbClr val="FF0000"/>
              </a:solidFill>
              <a:latin typeface="+mn-ea"/>
              <a:cs typeface="Gulim"/>
            </a:endParaRPr>
          </a:p>
        </p:txBody>
      </p:sp>
      <p:grpSp>
        <p:nvGrpSpPr>
          <p:cNvPr id="23" name="그룹 22">
            <a:extLst>
              <a:ext uri="{FF2B5EF4-FFF2-40B4-BE49-F238E27FC236}">
                <a16:creationId xmlns:a16="http://schemas.microsoft.com/office/drawing/2014/main" id="{BDE730AC-CFC8-5EDF-860C-36BC23E2E541}"/>
              </a:ext>
            </a:extLst>
          </p:cNvPr>
          <p:cNvGrpSpPr/>
          <p:nvPr/>
        </p:nvGrpSpPr>
        <p:grpSpPr>
          <a:xfrm>
            <a:off x="1905000" y="2334178"/>
            <a:ext cx="7315200" cy="1704422"/>
            <a:chOff x="2057400" y="2133600"/>
            <a:chExt cx="7315200" cy="1704422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9DD1A18B-E207-63B8-B8C7-5E192BFB88DE}"/>
                </a:ext>
              </a:extLst>
            </p:cNvPr>
            <p:cNvSpPr/>
            <p:nvPr/>
          </p:nvSpPr>
          <p:spPr>
            <a:xfrm>
              <a:off x="2057400" y="2133600"/>
              <a:ext cx="1981200" cy="43399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ore-KR" dirty="0"/>
                <a:t>Root</a:t>
              </a:r>
              <a:endParaRPr kumimoji="1" lang="ko-Kore-KR" altLang="en-US" dirty="0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10597A4C-A41B-4751-3E12-A7B7CFF451AC}"/>
                </a:ext>
              </a:extLst>
            </p:cNvPr>
            <p:cNvSpPr/>
            <p:nvPr/>
          </p:nvSpPr>
          <p:spPr>
            <a:xfrm>
              <a:off x="4614227" y="2141483"/>
              <a:ext cx="1981200" cy="43399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ore-KR" dirty="0" err="1"/>
                <a:t>Edge_System</a:t>
              </a:r>
              <a:endParaRPr kumimoji="1" lang="ko-Kore-KR" altLang="en-US" dirty="0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038A63B9-CA00-D283-FA1D-A78E4A936BCE}"/>
                </a:ext>
              </a:extLst>
            </p:cNvPr>
            <p:cNvSpPr/>
            <p:nvPr/>
          </p:nvSpPr>
          <p:spPr>
            <a:xfrm>
              <a:off x="4614227" y="2772756"/>
              <a:ext cx="1981200" cy="43399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ore-KR" dirty="0" err="1"/>
                <a:t>Service_System</a:t>
              </a:r>
              <a:endParaRPr kumimoji="1" lang="ko-Kore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A3C426F6-AC55-20D4-8C98-F4D88F05621F}"/>
                </a:ext>
              </a:extLst>
            </p:cNvPr>
            <p:cNvSpPr/>
            <p:nvPr/>
          </p:nvSpPr>
          <p:spPr>
            <a:xfrm>
              <a:off x="4614227" y="3404029"/>
              <a:ext cx="1981200" cy="43399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ore-KR" dirty="0" err="1"/>
                <a:t>Client_System</a:t>
              </a:r>
              <a:endParaRPr kumimoji="1" lang="ko-Kore-KR" altLang="en-US" dirty="0"/>
            </a:p>
          </p:txBody>
        </p:sp>
        <p:cxnSp>
          <p:nvCxnSpPr>
            <p:cNvPr id="10" name="직선 연결선[R] 9">
              <a:extLst>
                <a:ext uri="{FF2B5EF4-FFF2-40B4-BE49-F238E27FC236}">
                  <a16:creationId xmlns:a16="http://schemas.microsoft.com/office/drawing/2014/main" id="{858EB992-DFBD-5465-1B8D-7ACF2C5660BA}"/>
                </a:ext>
              </a:extLst>
            </p:cNvPr>
            <p:cNvCxnSpPr>
              <a:cxnSpLocks/>
              <a:stCxn id="5" idx="3"/>
              <a:endCxn id="6" idx="1"/>
            </p:cNvCxnSpPr>
            <p:nvPr/>
          </p:nvCxnSpPr>
          <p:spPr>
            <a:xfrm>
              <a:off x="4038600" y="2350597"/>
              <a:ext cx="575627" cy="7883"/>
            </a:xfrm>
            <a:prstGeom prst="lin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꺾인 연결선[E] 12">
              <a:extLst>
                <a:ext uri="{FF2B5EF4-FFF2-40B4-BE49-F238E27FC236}">
                  <a16:creationId xmlns:a16="http://schemas.microsoft.com/office/drawing/2014/main" id="{FB351BE6-61C4-1769-DB81-F2487B261252}"/>
                </a:ext>
              </a:extLst>
            </p:cNvPr>
            <p:cNvCxnSpPr>
              <a:cxnSpLocks/>
              <a:stCxn id="5" idx="3"/>
              <a:endCxn id="7" idx="1"/>
            </p:cNvCxnSpPr>
            <p:nvPr/>
          </p:nvCxnSpPr>
          <p:spPr>
            <a:xfrm>
              <a:off x="4038600" y="2350597"/>
              <a:ext cx="575627" cy="639156"/>
            </a:xfrm>
            <a:prstGeom prst="bentConnector3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꺾인 연결선[E] 14">
              <a:extLst>
                <a:ext uri="{FF2B5EF4-FFF2-40B4-BE49-F238E27FC236}">
                  <a16:creationId xmlns:a16="http://schemas.microsoft.com/office/drawing/2014/main" id="{4CF0E49F-C012-5CDF-E9E9-B10B1E9996B8}"/>
                </a:ext>
              </a:extLst>
            </p:cNvPr>
            <p:cNvCxnSpPr>
              <a:cxnSpLocks/>
              <a:stCxn id="5" idx="3"/>
              <a:endCxn id="8" idx="1"/>
            </p:cNvCxnSpPr>
            <p:nvPr/>
          </p:nvCxnSpPr>
          <p:spPr>
            <a:xfrm>
              <a:off x="4038600" y="2350597"/>
              <a:ext cx="575627" cy="1270429"/>
            </a:xfrm>
            <a:prstGeom prst="bentConnector3">
              <a:avLst>
                <a:gd name="adj1" fmla="val 50000"/>
              </a:avLst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왼쪽 화살표[L] 19">
              <a:extLst>
                <a:ext uri="{FF2B5EF4-FFF2-40B4-BE49-F238E27FC236}">
                  <a16:creationId xmlns:a16="http://schemas.microsoft.com/office/drawing/2014/main" id="{B287C82F-48F4-5176-B993-CA6D56492D90}"/>
                </a:ext>
              </a:extLst>
            </p:cNvPr>
            <p:cNvSpPr/>
            <p:nvPr/>
          </p:nvSpPr>
          <p:spPr>
            <a:xfrm>
              <a:off x="7086600" y="2141484"/>
              <a:ext cx="2286000" cy="426110"/>
            </a:xfrm>
            <a:prstGeom prst="leftArrow">
              <a:avLst>
                <a:gd name="adj1" fmla="val 74666"/>
                <a:gd name="adj2" fmla="val 500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ore-KR" dirty="0">
                  <a:solidFill>
                    <a:schemeClr val="bg1"/>
                  </a:solidFill>
                </a:rPr>
                <a:t>YOLO</a:t>
              </a:r>
              <a:endParaRPr kumimoji="1" lang="ko-Kore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1" name="왼쪽 화살표[L] 20">
              <a:extLst>
                <a:ext uri="{FF2B5EF4-FFF2-40B4-BE49-F238E27FC236}">
                  <a16:creationId xmlns:a16="http://schemas.microsoft.com/office/drawing/2014/main" id="{661CE047-42BA-0835-FBBF-825A7534441E}"/>
                </a:ext>
              </a:extLst>
            </p:cNvPr>
            <p:cNvSpPr/>
            <p:nvPr/>
          </p:nvSpPr>
          <p:spPr>
            <a:xfrm>
              <a:off x="7086600" y="2780639"/>
              <a:ext cx="2286000" cy="426110"/>
            </a:xfrm>
            <a:prstGeom prst="leftArrow">
              <a:avLst>
                <a:gd name="adj1" fmla="val 74666"/>
                <a:gd name="adj2" fmla="val 500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ore-KR" dirty="0">
                  <a:solidFill>
                    <a:schemeClr val="bg1"/>
                  </a:solidFill>
                </a:rPr>
                <a:t>Django</a:t>
              </a:r>
              <a:endParaRPr kumimoji="1" lang="ko-Kore-KR" altLang="en-US" dirty="0">
                <a:solidFill>
                  <a:schemeClr val="bg1"/>
                </a:solidFill>
              </a:endParaRPr>
            </a:p>
          </p:txBody>
        </p:sp>
        <p:sp>
          <p:nvSpPr>
            <p:cNvPr id="22" name="왼쪽 화살표[L] 21">
              <a:extLst>
                <a:ext uri="{FF2B5EF4-FFF2-40B4-BE49-F238E27FC236}">
                  <a16:creationId xmlns:a16="http://schemas.microsoft.com/office/drawing/2014/main" id="{A1F7652F-28B4-2D24-DA8F-C647A6995155}"/>
                </a:ext>
              </a:extLst>
            </p:cNvPr>
            <p:cNvSpPr/>
            <p:nvPr/>
          </p:nvSpPr>
          <p:spPr>
            <a:xfrm>
              <a:off x="7086600" y="3407970"/>
              <a:ext cx="2286000" cy="426110"/>
            </a:xfrm>
            <a:prstGeom prst="leftArrow">
              <a:avLst>
                <a:gd name="adj1" fmla="val 74666"/>
                <a:gd name="adj2" fmla="val 50000"/>
              </a:avLst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kumimoji="1" lang="en-US" altLang="ko-Kore-KR" dirty="0">
                  <a:solidFill>
                    <a:schemeClr val="bg1"/>
                  </a:solidFill>
                </a:rPr>
                <a:t>Android, Native App</a:t>
              </a:r>
              <a:endParaRPr kumimoji="1" lang="ko-Kore-KR" altLang="en-US" dirty="0">
                <a:solidFill>
                  <a:schemeClr val="bg1"/>
                </a:solidFill>
              </a:endParaRPr>
            </a:p>
          </p:txBody>
        </p:sp>
      </p:grpSp>
      <p:sp>
        <p:nvSpPr>
          <p:cNvPr id="9" name="직사각형 8">
            <a:extLst>
              <a:ext uri="{FF2B5EF4-FFF2-40B4-BE49-F238E27FC236}">
                <a16:creationId xmlns:a16="http://schemas.microsoft.com/office/drawing/2014/main" id="{0B6B96D8-C469-DA52-92DD-BE63EAF5557F}"/>
              </a:ext>
            </a:extLst>
          </p:cNvPr>
          <p:cNvSpPr/>
          <p:nvPr/>
        </p:nvSpPr>
        <p:spPr>
          <a:xfrm>
            <a:off x="4491210" y="4267200"/>
            <a:ext cx="4267200" cy="4339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altLang="ko-KR" sz="1800" spc="-5" dirty="0" err="1">
                <a:solidFill>
                  <a:srgbClr val="FFFFFF"/>
                </a:solidFill>
                <a:latin typeface="Times New Roman"/>
                <a:cs typeface="Times New Roman"/>
              </a:rPr>
              <a:t>FinalTerm</a:t>
            </a:r>
            <a:r>
              <a:rPr lang="en-US" altLang="ko-KR"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lang="ko-KR" altLang="en-US"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보고서</a:t>
            </a:r>
            <a:r>
              <a:rPr lang="en-US" altLang="ko-KR"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lang="en-US" altLang="ko-KR" spc="-5" dirty="0">
                <a:solidFill>
                  <a:srgbClr val="FFFFFF"/>
                </a:solidFill>
                <a:latin typeface="Times New Roman"/>
                <a:cs typeface="Times New Roman"/>
              </a:rPr>
              <a:t>pptx</a:t>
            </a:r>
            <a:endParaRPr lang="ko-KR" altLang="en-US" sz="1800" dirty="0">
              <a:latin typeface="Times New Roman"/>
              <a:cs typeface="Times New Roman"/>
            </a:endParaRPr>
          </a:p>
        </p:txBody>
      </p:sp>
      <p:cxnSp>
        <p:nvCxnSpPr>
          <p:cNvPr id="11" name="꺾인 연결선[E] 10">
            <a:extLst>
              <a:ext uri="{FF2B5EF4-FFF2-40B4-BE49-F238E27FC236}">
                <a16:creationId xmlns:a16="http://schemas.microsoft.com/office/drawing/2014/main" id="{4815B585-13F2-2774-E3B0-9AF5359FBF4F}"/>
              </a:ext>
            </a:extLst>
          </p:cNvPr>
          <p:cNvCxnSpPr>
            <a:cxnSpLocks/>
            <a:stCxn id="5" idx="3"/>
            <a:endCxn id="9" idx="1"/>
          </p:cNvCxnSpPr>
          <p:nvPr/>
        </p:nvCxnSpPr>
        <p:spPr>
          <a:xfrm>
            <a:off x="3886200" y="2551175"/>
            <a:ext cx="605010" cy="1933022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5EED7E21-5A52-D56E-9176-B51368D7472C}"/>
              </a:ext>
            </a:extLst>
          </p:cNvPr>
          <p:cNvSpPr/>
          <p:nvPr/>
        </p:nvSpPr>
        <p:spPr>
          <a:xfrm>
            <a:off x="4495800" y="4876800"/>
            <a:ext cx="4267200" cy="43399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2700">
              <a:spcBef>
                <a:spcPts val="100"/>
              </a:spcBef>
            </a:pPr>
            <a:r>
              <a:rPr lang="en-US" altLang="ko-KR" sz="1800" spc="-5" dirty="0" err="1">
                <a:solidFill>
                  <a:srgbClr val="FFFFFF"/>
                </a:solidFill>
                <a:latin typeface="Times New Roman"/>
                <a:cs typeface="Times New Roman"/>
              </a:rPr>
              <a:t>url.txt</a:t>
            </a:r>
            <a:r>
              <a:rPr lang="en-US" altLang="ko-KR"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 (</a:t>
            </a:r>
            <a:r>
              <a:rPr lang="ko-KR" altLang="en-US"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서비스 </a:t>
            </a:r>
            <a:r>
              <a:rPr lang="en-US" altLang="ko-KR"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URL,</a:t>
            </a:r>
            <a:r>
              <a:rPr lang="ko-KR" altLang="en-US"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 소스코드 </a:t>
            </a:r>
            <a:r>
              <a:rPr lang="en-US" altLang="ko-KR"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git </a:t>
            </a:r>
            <a:r>
              <a:rPr lang="ko-KR" altLang="en-US"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주소</a:t>
            </a:r>
            <a:r>
              <a:rPr lang="en-US" altLang="ko-KR" sz="1800" spc="-5" dirty="0">
                <a:solidFill>
                  <a:srgbClr val="FFFFFF"/>
                </a:solidFill>
                <a:latin typeface="Times New Roman"/>
                <a:cs typeface="Times New Roman"/>
              </a:rPr>
              <a:t>) </a:t>
            </a:r>
            <a:endParaRPr lang="ko-KR" altLang="en-US" sz="1800" dirty="0">
              <a:latin typeface="Times New Roman"/>
              <a:cs typeface="Times New Roman"/>
            </a:endParaRPr>
          </a:p>
        </p:txBody>
      </p:sp>
      <p:cxnSp>
        <p:nvCxnSpPr>
          <p:cNvPr id="19" name="꺾인 연결선[E] 18">
            <a:extLst>
              <a:ext uri="{FF2B5EF4-FFF2-40B4-BE49-F238E27FC236}">
                <a16:creationId xmlns:a16="http://schemas.microsoft.com/office/drawing/2014/main" id="{042AADFF-B6E9-FD53-205F-AE4D1443BC06}"/>
              </a:ext>
            </a:extLst>
          </p:cNvPr>
          <p:cNvCxnSpPr>
            <a:cxnSpLocks/>
            <a:stCxn id="5" idx="3"/>
            <a:endCxn id="18" idx="1"/>
          </p:cNvCxnSpPr>
          <p:nvPr/>
        </p:nvCxnSpPr>
        <p:spPr>
          <a:xfrm>
            <a:off x="3886200" y="2551175"/>
            <a:ext cx="609600" cy="2542622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26632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5133</TotalTime>
  <Words>1731</Words>
  <Application>Microsoft Office PowerPoint</Application>
  <PresentationFormat>A4 용지(210x297mm)</PresentationFormat>
  <Paragraphs>243</Paragraphs>
  <Slides>20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HeadingPairs>
  <TitlesOfParts>
    <vt:vector size="28" baseType="lpstr">
      <vt:lpstr>Malgun Gothic</vt:lpstr>
      <vt:lpstr>Malgun Gothic</vt:lpstr>
      <vt:lpstr>Arial</vt:lpstr>
      <vt:lpstr>Calibri</vt:lpstr>
      <vt:lpstr>Consolas</vt:lpstr>
      <vt:lpstr>Times New Roman</vt:lpstr>
      <vt:lpstr>Wingdings</vt:lpstr>
      <vt:lpstr>Office Theme</vt:lpstr>
      <vt:lpstr>Mobile/WebService Project</vt:lpstr>
      <vt:lpstr>목차</vt:lpstr>
      <vt:lpstr>요구조건</vt:lpstr>
      <vt:lpstr>시스템 구성도</vt:lpstr>
      <vt:lpstr>목적</vt:lpstr>
      <vt:lpstr>필요성</vt:lpstr>
      <vt:lpstr>기능 - 조건대비표</vt:lpstr>
      <vt:lpstr>기능 - 1. Edge System(Python 기반, 공통)</vt:lpstr>
      <vt:lpstr>기능 - 1. Edge System(Python 기반, 공통)</vt:lpstr>
      <vt:lpstr>기능 - 1. Edge System(Python 기반, 공통)</vt:lpstr>
      <vt:lpstr>기능 - 1. Edge System(Python 기반, 공통)</vt:lpstr>
      <vt:lpstr>기능 - 2. Service System(Python, Django 기반)</vt:lpstr>
      <vt:lpstr>기능 - 2. Service System(Python, Django 기반)</vt:lpstr>
      <vt:lpstr>기능 - 3. Client System(Android, Java기반, 개별 제안)</vt:lpstr>
      <vt:lpstr>기능(부족한 설명 추거, 신규 또는 추가 기능 중심, 페이지 추가 가능)</vt:lpstr>
      <vt:lpstr>사용자 시나리오(Ui 구성)</vt:lpstr>
      <vt:lpstr>개발과정의 이슈(선택)</vt:lpstr>
      <vt:lpstr>데모(구동 동영상, mp4 동영상 파일을 추가 함)</vt:lpstr>
      <vt:lpstr>기대효과 및 결론</vt:lpstr>
      <vt:lpstr>결과물의 목록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안기옥</dc:creator>
  <cp:lastModifiedBy>인혁 송</cp:lastModifiedBy>
  <cp:revision>57</cp:revision>
  <dcterms:created xsi:type="dcterms:W3CDTF">2020-06-08T19:34:44Z</dcterms:created>
  <dcterms:modified xsi:type="dcterms:W3CDTF">2025-12-18T19:50:21Z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2018-05-10T00:00:00Z</vt:filetime>
  </property>
  <property fmtid="{D5CDD505-2E9C-101B-9397-08002B2CF9AE}" pid="3" name="Creator">
    <vt:lpwstr>PowerPoint용 Acrobat PDFMaker 15</vt:lpwstr>
  </property>
  <property fmtid="{D5CDD505-2E9C-101B-9397-08002B2CF9AE}" pid="4" name="LastSaved">
    <vt:filetime>2020-06-08T00:00:00Z</vt:filetime>
  </property>
</Properties>
</file>